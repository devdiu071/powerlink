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type="screen4x3" cy="6858000" cx="9144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7" autoAdjust="0"/>
    <p:restoredTop sz="94660"/>
  </p:normalViewPr>
  <p:slideViewPr>
    <p:cSldViewPr snapToGrid="0">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tableStyles" Target="tableStyles.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83" name=""/>
        <p:cNvGrpSpPr/>
        <p:nvPr/>
      </p:nvGrpSpPr>
      <p:grpSpPr>
        <a:xfrm>
          <a:off x="0" y="0"/>
          <a:ext cx="0" cy="0"/>
          <a:chOff x="0" y="0"/>
          <a:chExt cx="0" cy="0"/>
        </a:xfrm>
      </p:grpSpPr>
      <p:sp>
        <p:nvSpPr>
          <p:cNvPr id="1048679"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80"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81"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82"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83"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84"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51" name=""/>
        <p:cNvGrpSpPr/>
        <p:nvPr/>
      </p:nvGrpSpPr>
      <p:grpSpPr>
        <a:xfrm>
          <a:off x="0" y="0"/>
          <a:ext cx="0" cy="0"/>
          <a:chOff x="0" y="0"/>
          <a:chExt cx="0" cy="0"/>
        </a:xfrm>
      </p:grpSpPr>
      <p:sp>
        <p:nvSpPr>
          <p:cNvPr id="1048594" name="Title 1"/>
          <p:cNvSpPr>
            <a:spLocks noGrp="1"/>
          </p:cNvSpPr>
          <p:nvPr>
            <p:ph type="ctrTitle"/>
          </p:nvPr>
        </p:nvSpPr>
        <p:spPr>
          <a:xfrm>
            <a:off x="685800" y="1122363"/>
            <a:ext cx="7772400" cy="2387600"/>
          </a:xfrm>
        </p:spPr>
        <p:txBody>
          <a:bodyPr anchor="b"/>
          <a:lstStyle>
            <a:lvl1pPr algn="ctr">
              <a:defRPr sz="6000"/>
            </a:lvl1pPr>
          </a:lstStyle>
          <a:p>
            <a:r>
              <a:rPr altLang="zh-CN" lang="en-US" smtClean="0"/>
              <a:t>Click to edit Master title style</a:t>
            </a:r>
            <a:endParaRPr dirty="0" lang="en-US"/>
          </a:p>
        </p:txBody>
      </p:sp>
      <p:sp>
        <p:nvSpPr>
          <p:cNvPr id="1048595" name="Subtitle 2"/>
          <p:cNvSpPr>
            <a:spLocks noGrp="1"/>
          </p:cNvSpPr>
          <p:nvPr>
            <p:ph type="subTitle" idx="1"/>
          </p:nvPr>
        </p:nvSpPr>
        <p:spPr>
          <a:xfrm>
            <a:off x="1143000" y="3602038"/>
            <a:ext cx="6858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dirty="0" lang="en-US"/>
          </a:p>
        </p:txBody>
      </p:sp>
      <p:sp>
        <p:nvSpPr>
          <p:cNvPr id="1048596"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97" name="Footer Placeholder 4"/>
          <p:cNvSpPr>
            <a:spLocks noGrp="1"/>
          </p:cNvSpPr>
          <p:nvPr>
            <p:ph type="ftr" sz="quarter" idx="11"/>
          </p:nvPr>
        </p:nvSpPr>
        <p:spPr/>
        <p:txBody>
          <a:bodyPr/>
          <a:p>
            <a:endParaRPr altLang="en-US" lang="zh-CN"/>
          </a:p>
        </p:txBody>
      </p:sp>
      <p:sp>
        <p:nvSpPr>
          <p:cNvPr id="1048598"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3" name=""/>
        <p:cNvGrpSpPr/>
        <p:nvPr/>
      </p:nvGrpSpPr>
      <p:grpSpPr>
        <a:xfrm>
          <a:off x="0" y="0"/>
          <a:ext cx="0" cy="0"/>
          <a:chOff x="0" y="0"/>
          <a:chExt cx="0" cy="0"/>
        </a:xfrm>
      </p:grpSpPr>
      <p:sp>
        <p:nvSpPr>
          <p:cNvPr id="1048581" name="Title 1"/>
          <p:cNvSpPr>
            <a:spLocks noGrp="1"/>
          </p:cNvSpPr>
          <p:nvPr>
            <p:ph type="title"/>
          </p:nvPr>
        </p:nvSpPr>
        <p:spPr/>
        <p:txBody>
          <a:bodyPr/>
          <a:p>
            <a:r>
              <a:rPr altLang="zh-CN" lang="en-US" smtClean="0"/>
              <a:t>Click to edit Master title style</a:t>
            </a:r>
            <a:endParaRPr dirty="0" lang="en-US"/>
          </a:p>
        </p:txBody>
      </p:sp>
      <p:sp>
        <p:nvSpPr>
          <p:cNvPr id="1048582"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83"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584" name="Footer Placeholder 4"/>
          <p:cNvSpPr>
            <a:spLocks noGrp="1"/>
          </p:cNvSpPr>
          <p:nvPr>
            <p:ph type="ftr" sz="quarter" idx="11"/>
          </p:nvPr>
        </p:nvSpPr>
        <p:spPr/>
        <p:txBody>
          <a:bodyPr/>
          <a:p>
            <a:endParaRPr altLang="en-US" lang="zh-CN"/>
          </a:p>
        </p:txBody>
      </p:sp>
      <p:sp>
        <p:nvSpPr>
          <p:cNvPr id="1048585"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78" name=""/>
        <p:cNvGrpSpPr/>
        <p:nvPr/>
      </p:nvGrpSpPr>
      <p:grpSpPr>
        <a:xfrm>
          <a:off x="0" y="0"/>
          <a:ext cx="0" cy="0"/>
          <a:chOff x="0" y="0"/>
          <a:chExt cx="0" cy="0"/>
        </a:xfrm>
      </p:grpSpPr>
      <p:sp>
        <p:nvSpPr>
          <p:cNvPr id="1048651" name="Title 1"/>
          <p:cNvSpPr>
            <a:spLocks noGrp="1"/>
          </p:cNvSpPr>
          <p:nvPr>
            <p:ph type="title"/>
          </p:nvPr>
        </p:nvSpPr>
        <p:spPr>
          <a:xfrm>
            <a:off x="623888" y="1709739"/>
            <a:ext cx="7886700" cy="2852737"/>
          </a:xfrm>
        </p:spPr>
        <p:txBody>
          <a:bodyPr anchor="b"/>
          <a:lstStyle>
            <a:lvl1pPr>
              <a:defRPr sz="6000"/>
            </a:lvl1pPr>
          </a:lstStyle>
          <a:p>
            <a:r>
              <a:rPr altLang="zh-CN" lang="en-US" smtClean="0"/>
              <a:t>Click to edit Master title style</a:t>
            </a:r>
            <a:endParaRPr dirty="0" lang="en-US"/>
          </a:p>
        </p:txBody>
      </p:sp>
      <p:sp>
        <p:nvSpPr>
          <p:cNvPr id="1048652" name="Text Placeholder 2"/>
          <p:cNvSpPr>
            <a:spLocks noGrp="1"/>
          </p:cNvSpPr>
          <p:nvPr>
            <p:ph type="body" idx="1"/>
          </p:nvPr>
        </p:nvSpPr>
        <p:spPr>
          <a:xfrm>
            <a:off x="623888" y="4589464"/>
            <a:ext cx="78867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zh-CN" lang="en-US" smtClean="0"/>
              <a:t>Click to edit Master text styles</a:t>
            </a:r>
          </a:p>
        </p:txBody>
      </p:sp>
      <p:sp>
        <p:nvSpPr>
          <p:cNvPr id="1048653"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54" name="Footer Placeholder 4"/>
          <p:cNvSpPr>
            <a:spLocks noGrp="1"/>
          </p:cNvSpPr>
          <p:nvPr>
            <p:ph type="ftr" sz="quarter" idx="11"/>
          </p:nvPr>
        </p:nvSpPr>
        <p:spPr/>
        <p:txBody>
          <a:bodyPr/>
          <a:p>
            <a:endParaRPr altLang="en-US" lang="zh-CN"/>
          </a:p>
        </p:txBody>
      </p:sp>
      <p:sp>
        <p:nvSpPr>
          <p:cNvPr id="1048655"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9" name=""/>
        <p:cNvGrpSpPr/>
        <p:nvPr/>
      </p:nvGrpSpPr>
      <p:grpSpPr>
        <a:xfrm>
          <a:off x="0" y="0"/>
          <a:ext cx="0" cy="0"/>
          <a:chOff x="0" y="0"/>
          <a:chExt cx="0" cy="0"/>
        </a:xfrm>
      </p:grpSpPr>
      <p:sp>
        <p:nvSpPr>
          <p:cNvPr id="1048656" name="Title 1"/>
          <p:cNvSpPr>
            <a:spLocks noGrp="1"/>
          </p:cNvSpPr>
          <p:nvPr>
            <p:ph type="title"/>
          </p:nvPr>
        </p:nvSpPr>
        <p:spPr/>
        <p:txBody>
          <a:bodyPr/>
          <a:p>
            <a:r>
              <a:rPr altLang="zh-CN" lang="en-US" smtClean="0"/>
              <a:t>Click to edit Master title style</a:t>
            </a:r>
            <a:endParaRPr dirty="0" lang="en-US"/>
          </a:p>
        </p:txBody>
      </p:sp>
      <p:sp>
        <p:nvSpPr>
          <p:cNvPr id="1048657" name="Content Placeholder 2"/>
          <p:cNvSpPr>
            <a:spLocks noGrp="1"/>
          </p:cNvSpPr>
          <p:nvPr>
            <p:ph sz="half" idx="1"/>
          </p:nvPr>
        </p:nvSpPr>
        <p:spPr>
          <a:xfrm>
            <a:off x="6286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8" name="Content Placeholder 3"/>
          <p:cNvSpPr>
            <a:spLocks noGrp="1"/>
          </p:cNvSpPr>
          <p:nvPr>
            <p:ph sz="half" idx="2"/>
          </p:nvPr>
        </p:nvSpPr>
        <p:spPr>
          <a:xfrm>
            <a:off x="46291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9"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60" name="Footer Placeholder 5"/>
          <p:cNvSpPr>
            <a:spLocks noGrp="1"/>
          </p:cNvSpPr>
          <p:nvPr>
            <p:ph type="ftr" sz="quarter" idx="11"/>
          </p:nvPr>
        </p:nvSpPr>
        <p:spPr/>
        <p:txBody>
          <a:bodyPr/>
          <a:p>
            <a:endParaRPr altLang="en-US" lang="zh-CN"/>
          </a:p>
        </p:txBody>
      </p:sp>
      <p:sp>
        <p:nvSpPr>
          <p:cNvPr id="1048661"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80" name=""/>
        <p:cNvGrpSpPr/>
        <p:nvPr/>
      </p:nvGrpSpPr>
      <p:grpSpPr>
        <a:xfrm>
          <a:off x="0" y="0"/>
          <a:ext cx="0" cy="0"/>
          <a:chOff x="0" y="0"/>
          <a:chExt cx="0" cy="0"/>
        </a:xfrm>
      </p:grpSpPr>
      <p:sp>
        <p:nvSpPr>
          <p:cNvPr id="1048662" name="Title 1"/>
          <p:cNvSpPr>
            <a:spLocks noGrp="1"/>
          </p:cNvSpPr>
          <p:nvPr>
            <p:ph type="title"/>
          </p:nvPr>
        </p:nvSpPr>
        <p:spPr>
          <a:xfrm>
            <a:off x="629841" y="365126"/>
            <a:ext cx="7886700" cy="1325563"/>
          </a:xfrm>
        </p:spPr>
        <p:txBody>
          <a:bodyPr/>
          <a:p>
            <a:r>
              <a:rPr altLang="zh-CN" lang="en-US" smtClean="0"/>
              <a:t>Click to edit Master title style</a:t>
            </a:r>
            <a:endParaRPr dirty="0" lang="en-US"/>
          </a:p>
        </p:txBody>
      </p:sp>
      <p:sp>
        <p:nvSpPr>
          <p:cNvPr id="1048663" name="Text Placeholder 2"/>
          <p:cNvSpPr>
            <a:spLocks noGrp="1"/>
          </p:cNvSpPr>
          <p:nvPr>
            <p:ph type="body" idx="1"/>
          </p:nvPr>
        </p:nvSpPr>
        <p:spPr>
          <a:xfrm>
            <a:off x="629842" y="1681163"/>
            <a:ext cx="3868340"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64" name="Content Placeholder 3"/>
          <p:cNvSpPr>
            <a:spLocks noGrp="1"/>
          </p:cNvSpPr>
          <p:nvPr>
            <p:ph sz="half" idx="2"/>
          </p:nvPr>
        </p:nvSpPr>
        <p:spPr>
          <a:xfrm>
            <a:off x="629842" y="2505075"/>
            <a:ext cx="3868340"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65" name="Text Placeholder 4"/>
          <p:cNvSpPr>
            <a:spLocks noGrp="1"/>
          </p:cNvSpPr>
          <p:nvPr>
            <p:ph type="body" sz="quarter" idx="3"/>
          </p:nvPr>
        </p:nvSpPr>
        <p:spPr>
          <a:xfrm>
            <a:off x="4629150" y="1681163"/>
            <a:ext cx="3887391"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66" name="Content Placeholder 5"/>
          <p:cNvSpPr>
            <a:spLocks noGrp="1"/>
          </p:cNvSpPr>
          <p:nvPr>
            <p:ph sz="quarter" idx="4"/>
          </p:nvPr>
        </p:nvSpPr>
        <p:spPr>
          <a:xfrm>
            <a:off x="4629150" y="2505075"/>
            <a:ext cx="3887391"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67" name="Date Placeholder 6"/>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68" name="Footer Placeholder 7"/>
          <p:cNvSpPr>
            <a:spLocks noGrp="1"/>
          </p:cNvSpPr>
          <p:nvPr>
            <p:ph type="ftr" sz="quarter" idx="11"/>
          </p:nvPr>
        </p:nvSpPr>
        <p:spPr/>
        <p:txBody>
          <a:bodyPr/>
          <a:p>
            <a:endParaRPr altLang="en-US" lang="zh-CN"/>
          </a:p>
        </p:txBody>
      </p:sp>
      <p:sp>
        <p:nvSpPr>
          <p:cNvPr id="1048669" name="Slide Number Placeholder 8"/>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74" name=""/>
        <p:cNvGrpSpPr/>
        <p:nvPr/>
      </p:nvGrpSpPr>
      <p:grpSpPr>
        <a:xfrm>
          <a:off x="0" y="0"/>
          <a:ext cx="0" cy="0"/>
          <a:chOff x="0" y="0"/>
          <a:chExt cx="0" cy="0"/>
        </a:xfrm>
      </p:grpSpPr>
      <p:sp>
        <p:nvSpPr>
          <p:cNvPr id="1048631" name="Title 1"/>
          <p:cNvSpPr>
            <a:spLocks noGrp="1"/>
          </p:cNvSpPr>
          <p:nvPr>
            <p:ph type="title"/>
          </p:nvPr>
        </p:nvSpPr>
        <p:spPr/>
        <p:txBody>
          <a:bodyPr/>
          <a:p>
            <a:r>
              <a:rPr altLang="zh-CN" lang="en-US" smtClean="0"/>
              <a:t>Click to edit Master title style</a:t>
            </a:r>
            <a:endParaRPr dirty="0" lang="en-US"/>
          </a:p>
        </p:txBody>
      </p:sp>
      <p:sp>
        <p:nvSpPr>
          <p:cNvPr id="1048632" name="Date Placeholder 2"/>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3" name="Footer Placeholder 3"/>
          <p:cNvSpPr>
            <a:spLocks noGrp="1"/>
          </p:cNvSpPr>
          <p:nvPr>
            <p:ph type="ftr" sz="quarter" idx="11"/>
          </p:nvPr>
        </p:nvSpPr>
        <p:spPr/>
        <p:txBody>
          <a:bodyPr/>
          <a:p>
            <a:endParaRPr altLang="en-US" lang="zh-CN"/>
          </a:p>
        </p:txBody>
      </p:sp>
      <p:sp>
        <p:nvSpPr>
          <p:cNvPr id="1048634" name="Slide Number Placeholder 4"/>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81" name=""/>
        <p:cNvGrpSpPr/>
        <p:nvPr/>
      </p:nvGrpSpPr>
      <p:grpSpPr>
        <a:xfrm>
          <a:off x="0" y="0"/>
          <a:ext cx="0" cy="0"/>
          <a:chOff x="0" y="0"/>
          <a:chExt cx="0" cy="0"/>
        </a:xfrm>
      </p:grpSpPr>
      <p:sp>
        <p:nvSpPr>
          <p:cNvPr id="1048670" name="Date Placeholder 1"/>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71" name="Footer Placeholder 2"/>
          <p:cNvSpPr>
            <a:spLocks noGrp="1"/>
          </p:cNvSpPr>
          <p:nvPr>
            <p:ph type="ftr" sz="quarter" idx="11"/>
          </p:nvPr>
        </p:nvSpPr>
        <p:spPr/>
        <p:txBody>
          <a:bodyPr/>
          <a:p>
            <a:endParaRPr altLang="en-US" lang="zh-CN"/>
          </a:p>
        </p:txBody>
      </p:sp>
      <p:sp>
        <p:nvSpPr>
          <p:cNvPr id="1048672" name="Slide Number Placeholder 3"/>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82" name=""/>
        <p:cNvGrpSpPr/>
        <p:nvPr/>
      </p:nvGrpSpPr>
      <p:grpSpPr>
        <a:xfrm>
          <a:off x="0" y="0"/>
          <a:ext cx="0" cy="0"/>
          <a:chOff x="0" y="0"/>
          <a:chExt cx="0" cy="0"/>
        </a:xfrm>
      </p:grpSpPr>
      <p:sp>
        <p:nvSpPr>
          <p:cNvPr id="1048673"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74"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75"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76"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77" name="Footer Placeholder 5"/>
          <p:cNvSpPr>
            <a:spLocks noGrp="1"/>
          </p:cNvSpPr>
          <p:nvPr>
            <p:ph type="ftr" sz="quarter" idx="11"/>
          </p:nvPr>
        </p:nvSpPr>
        <p:spPr/>
        <p:txBody>
          <a:bodyPr/>
          <a:p>
            <a:endParaRPr altLang="en-US" lang="zh-CN"/>
          </a:p>
        </p:txBody>
      </p:sp>
      <p:sp>
        <p:nvSpPr>
          <p:cNvPr id="1048678"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76" name=""/>
        <p:cNvGrpSpPr/>
        <p:nvPr/>
      </p:nvGrpSpPr>
      <p:grpSpPr>
        <a:xfrm>
          <a:off x="0" y="0"/>
          <a:ext cx="0" cy="0"/>
          <a:chOff x="0" y="0"/>
          <a:chExt cx="0" cy="0"/>
        </a:xfrm>
      </p:grpSpPr>
      <p:sp>
        <p:nvSpPr>
          <p:cNvPr id="1048640"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41" name="Picture Placeholder 2"/>
          <p:cNvSpPr>
            <a:spLocks noChangeAspect="1" noGrp="1"/>
          </p:cNvSpPr>
          <p:nvPr>
            <p:ph type="pic" idx="1"/>
          </p:nvPr>
        </p:nvSpPr>
        <p:spPr>
          <a:xfrm>
            <a:off x="3887391" y="987426"/>
            <a:ext cx="462915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zh-CN" lang="en-US" smtClean="0"/>
              <a:t>Click icon to add picture</a:t>
            </a:r>
            <a:endParaRPr dirty="0" lang="en-US"/>
          </a:p>
        </p:txBody>
      </p:sp>
      <p:sp>
        <p:nvSpPr>
          <p:cNvPr id="1048642"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43" name="Date Placeholder 4"/>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44" name="Footer Placeholder 5"/>
          <p:cNvSpPr>
            <a:spLocks noGrp="1"/>
          </p:cNvSpPr>
          <p:nvPr>
            <p:ph type="ftr" sz="quarter" idx="11"/>
          </p:nvPr>
        </p:nvSpPr>
        <p:spPr/>
        <p:txBody>
          <a:bodyPr/>
          <a:p>
            <a:endParaRPr altLang="en-US" lang="zh-CN"/>
          </a:p>
        </p:txBody>
      </p:sp>
      <p:sp>
        <p:nvSpPr>
          <p:cNvPr id="1048645" name="Slide Number Placeholder 6"/>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77" name=""/>
        <p:cNvGrpSpPr/>
        <p:nvPr/>
      </p:nvGrpSpPr>
      <p:grpSpPr>
        <a:xfrm>
          <a:off x="0" y="0"/>
          <a:ext cx="0" cy="0"/>
          <a:chOff x="0" y="0"/>
          <a:chExt cx="0" cy="0"/>
        </a:xfrm>
      </p:grpSpPr>
      <p:sp>
        <p:nvSpPr>
          <p:cNvPr id="1048646" name="Title 1"/>
          <p:cNvSpPr>
            <a:spLocks noGrp="1"/>
          </p:cNvSpPr>
          <p:nvPr>
            <p:ph type="title"/>
          </p:nvPr>
        </p:nvSpPr>
        <p:spPr/>
        <p:txBody>
          <a:bodyPr/>
          <a:p>
            <a:r>
              <a:rPr altLang="zh-CN" lang="en-US" smtClean="0"/>
              <a:t>Click to edit Master title style</a:t>
            </a:r>
            <a:endParaRPr dirty="0" lang="en-US"/>
          </a:p>
        </p:txBody>
      </p:sp>
      <p:sp>
        <p:nvSpPr>
          <p:cNvPr id="1048647"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8"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49" name="Footer Placeholder 4"/>
          <p:cNvSpPr>
            <a:spLocks noGrp="1"/>
          </p:cNvSpPr>
          <p:nvPr>
            <p:ph type="ftr" sz="quarter" idx="11"/>
          </p:nvPr>
        </p:nvSpPr>
        <p:spPr/>
        <p:txBody>
          <a:bodyPr/>
          <a:p>
            <a:endParaRPr altLang="en-US" lang="zh-CN"/>
          </a:p>
        </p:txBody>
      </p:sp>
      <p:sp>
        <p:nvSpPr>
          <p:cNvPr id="1048650"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75" name=""/>
        <p:cNvGrpSpPr/>
        <p:nvPr/>
      </p:nvGrpSpPr>
      <p:grpSpPr>
        <a:xfrm>
          <a:off x="0" y="0"/>
          <a:ext cx="0" cy="0"/>
          <a:chOff x="0" y="0"/>
          <a:chExt cx="0" cy="0"/>
        </a:xfrm>
      </p:grpSpPr>
      <p:sp>
        <p:nvSpPr>
          <p:cNvPr id="1048635" name="Vertical Title 1"/>
          <p:cNvSpPr>
            <a:spLocks noGrp="1"/>
          </p:cNvSpPr>
          <p:nvPr>
            <p:ph type="title" orient="vert"/>
          </p:nvPr>
        </p:nvSpPr>
        <p:spPr>
          <a:xfrm>
            <a:off x="6543675" y="365125"/>
            <a:ext cx="1971675" cy="5811838"/>
          </a:xfrm>
        </p:spPr>
        <p:txBody>
          <a:bodyPr vert="eaVert"/>
          <a:p>
            <a:r>
              <a:rPr altLang="zh-CN" lang="en-US" smtClean="0"/>
              <a:t>Click to edit Master title style</a:t>
            </a:r>
            <a:endParaRPr dirty="0" lang="en-US"/>
          </a:p>
        </p:txBody>
      </p:sp>
      <p:sp>
        <p:nvSpPr>
          <p:cNvPr id="1048636" name="Vertical Text Placeholder 2"/>
          <p:cNvSpPr>
            <a:spLocks noGrp="1"/>
          </p:cNvSpPr>
          <p:nvPr>
            <p:ph type="body" orient="vert" idx="1"/>
          </p:nvPr>
        </p:nvSpPr>
        <p:spPr>
          <a:xfrm>
            <a:off x="628650" y="365125"/>
            <a:ext cx="5800725"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7" name="Date Placeholder 3"/>
          <p:cNvSpPr>
            <a:spLocks noGrp="1"/>
          </p:cNvSpPr>
          <p:nvPr>
            <p:ph type="dt" sz="half" idx="10"/>
          </p:nvPr>
        </p:nvSpPr>
        <p:spPr/>
        <p:txBody>
          <a:bodyPr/>
          <a:p>
            <a:fld id="{70BC1078-46ED-40F9-8930-935BAD7C2B02}" type="datetimeFigureOut">
              <a:rPr altLang="en-US" lang="zh-CN" smtClean="0"/>
              <a:t>2015/5/12</a:t>
            </a:fld>
            <a:endParaRPr altLang="en-US" lang="zh-CN"/>
          </a:p>
        </p:txBody>
      </p:sp>
      <p:sp>
        <p:nvSpPr>
          <p:cNvPr id="1048638" name="Footer Placeholder 4"/>
          <p:cNvSpPr>
            <a:spLocks noGrp="1"/>
          </p:cNvSpPr>
          <p:nvPr>
            <p:ph type="ftr" sz="quarter" idx="11"/>
          </p:nvPr>
        </p:nvSpPr>
        <p:spPr/>
        <p:txBody>
          <a:bodyPr/>
          <a:p>
            <a:endParaRPr altLang="en-US" lang="zh-CN"/>
          </a:p>
        </p:txBody>
      </p:sp>
      <p:sp>
        <p:nvSpPr>
          <p:cNvPr id="1048639" name="Slide Number Placeholder 5"/>
          <p:cNvSpPr>
            <a:spLocks noGrp="1"/>
          </p:cNvSpPr>
          <p:nvPr>
            <p:ph type="sldNum" sz="quarter" idx="12"/>
          </p:nvPr>
        </p:nvSpPr>
        <p:spPr/>
        <p:txBody>
          <a:bodyPr/>
          <a:p>
            <a:fld id="{D5B52ADC-5BFA-4FBD-BEE2-16096B7F4166}" type="slidenum">
              <a:rPr altLang="en-US" lang="zh-CN" smtClean="0"/>
              <a:t>‹#›</a:t>
            </a:fld>
            <a:endParaRPr altLang="en-US"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31"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p:spPr>
        <p:txBody>
          <a:bodyPr anchor="ctr" bIns="45720" lIns="91440" rIns="91440" rtlCol="0" tIns="45720" vert="horz">
            <a:normAutofit/>
          </a:bodyPr>
          <a:p>
            <a:r>
              <a:rPr altLang="zh-CN" lang="en-US" smtClean="0"/>
              <a:t>Click to edit Master title style</a:t>
            </a:r>
            <a:endParaRPr dirty="0" lang="en-US"/>
          </a:p>
        </p:txBody>
      </p:sp>
      <p:sp>
        <p:nvSpPr>
          <p:cNvPr id="1048577" name="Text Placeholder 2"/>
          <p:cNvSpPr>
            <a:spLocks noGrp="1"/>
          </p:cNvSpPr>
          <p:nvPr>
            <p:ph type="body" idx="1"/>
          </p:nvPr>
        </p:nvSpPr>
        <p:spPr>
          <a:xfrm>
            <a:off x="628650" y="1825625"/>
            <a:ext cx="7886700" cy="4351338"/>
          </a:xfrm>
          <a:prstGeom prst="rect"/>
        </p:spPr>
        <p:txBody>
          <a:bodyPr bIns="45720" lIns="91440" rIns="91440" rtlCol="0" tIns="45720" vert="horz">
            <a:normAutofit/>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78" name="Date Placeholder 3"/>
          <p:cNvSpPr>
            <a:spLocks noGrp="1"/>
          </p:cNvSpPr>
          <p:nvPr>
            <p:ph type="dt" sz="half" idx="2"/>
          </p:nvPr>
        </p:nvSpPr>
        <p:spPr>
          <a:xfrm>
            <a:off x="628650" y="6356351"/>
            <a:ext cx="2057400" cy="365125"/>
          </a:xfrm>
          <a:prstGeom prst="rect"/>
        </p:spPr>
        <p:txBody>
          <a:bodyPr anchor="ctr" bIns="45720" lIns="91440" rIns="91440" rtlCol="0" tIns="45720" vert="horz"/>
          <a:lstStyle>
            <a:lvl1pPr algn="l">
              <a:defRPr sz="1200">
                <a:solidFill>
                  <a:schemeClr val="tx1">
                    <a:tint val="75000"/>
                  </a:schemeClr>
                </a:solidFill>
              </a:defRPr>
            </a:lvl1pPr>
          </a:lstStyle>
          <a:p>
            <a:fld id="{70BC1078-46ED-40F9-8930-935BAD7C2B02}" type="datetimeFigureOut">
              <a:rPr altLang="en-US" lang="zh-CN" smtClean="0"/>
              <a:t>2015/5/12</a:t>
            </a:fld>
            <a:endParaRPr altLang="en-US" lang="zh-CN"/>
          </a:p>
        </p:txBody>
      </p:sp>
      <p:sp>
        <p:nvSpPr>
          <p:cNvPr id="1048579" name="Footer Placeholder 4"/>
          <p:cNvSpPr>
            <a:spLocks noGrp="1"/>
          </p:cNvSpPr>
          <p:nvPr>
            <p:ph type="ftr" sz="quarter" idx="3"/>
          </p:nvPr>
        </p:nvSpPr>
        <p:spPr>
          <a:xfrm>
            <a:off x="3028950" y="6356351"/>
            <a:ext cx="30861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6457950" y="6356351"/>
            <a:ext cx="2057400" cy="365125"/>
          </a:xfrm>
          <a:prstGeom prst="rect"/>
        </p:spPr>
        <p:txBody>
          <a:bodyPr anchor="ctr" bIns="45720" lIns="91440" rIns="91440" rtlCol="0" tIns="45720" vert="horz"/>
          <a:lstStyle>
            <a:lvl1pPr algn="r">
              <a:defRPr sz="1200">
                <a:solidFill>
                  <a:schemeClr val="tx1">
                    <a:tint val="75000"/>
                  </a:schemeClr>
                </a:solidFill>
              </a:defRPr>
            </a:lvl1pPr>
          </a:lstStyle>
          <a:p>
            <a:fld id="{D5B52ADC-5BFA-4FBD-BEE2-16096B7F4166}" type="slidenum">
              <a:rPr altLang="en-US" lang="zh-CN" smtClean="0"/>
              <a:t>‹#›</a:t>
            </a:fld>
            <a:endParaRPr altLang="en-US" lang="zh-C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pic>
        <p:nvPicPr>
          <p:cNvPr id="2097152" name=""/>
          <p:cNvPicPr>
            <a:picLocks/>
          </p:cNvPicPr>
          <p:nvPr/>
        </p:nvPicPr>
        <p:blipFill>
          <a:blip xmlns:r="http://schemas.openxmlformats.org/officeDocument/2006/relationships" r:embed="rId1"/>
          <a:stretch>
            <a:fillRect/>
          </a:stretch>
        </p:blipFill>
        <p:spPr>
          <a:xfrm rot="0">
            <a:off x="21778" y="0"/>
            <a:ext cx="9136807" cy="6858000"/>
          </a:xfrm>
          <a:prstGeom prst="rec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599" name=""/>
          <p:cNvSpPr>
            <a:spLocks noGrp="1"/>
          </p:cNvSpPr>
          <p:nvPr>
            <p:ph type="title"/>
          </p:nvPr>
        </p:nvSpPr>
        <p:spPr/>
        <p:txBody>
          <a:bodyPr/>
          <a:p>
            <a:r>
              <a:rPr b="1" sz="8000" lang="en-US"/>
              <a:t> </a:t>
            </a:r>
            <a:endParaRPr b="1" lang="en-US"/>
          </a:p>
        </p:txBody>
      </p:sp>
      <p:sp>
        <p:nvSpPr>
          <p:cNvPr id="1048600" name=""/>
          <p:cNvSpPr>
            <a:spLocks noGrp="1"/>
          </p:cNvSpPr>
          <p:nvPr>
            <p:ph idx="1"/>
          </p:nvPr>
        </p:nvSpPr>
        <p:spPr>
          <a:xfrm>
            <a:off x="628649" y="1650367"/>
            <a:ext cx="7886700" cy="4351338"/>
          </a:xfrm>
        </p:spPr>
        <p:txBody>
          <a:bodyPr/>
          <a:p>
            <a:pPr indent="0" marL="0">
              <a:buNone/>
            </a:pPr>
            <a:endParaRPr b="1" sz="2800" lang="en-US">
              <a:solidFill>
                <a:srgbClr val="F46D43"/>
              </a:solidFill>
              <a:effectLst>
                <a:outerShdw algn="br" blurRad="38100" dir="2700000" dist="38100" rotWithShape="0">
                  <a:srgbClr val="000000"/>
                </a:outerShdw>
              </a:effectLst>
            </a:endParaRPr>
          </a:p>
          <a:p>
            <a:pPr indent="0" marL="0">
              <a:buNone/>
            </a:pPr>
            <a:r>
              <a:rPr b="1" sz="3200" lang="en-US">
                <a:solidFill>
                  <a:srgbClr val="F46D43"/>
                </a:solidFill>
                <a:effectLst>
                  <a:outerShdw algn="br" blurRad="38100" dir="2700000" dist="38100" rotWithShape="0">
                    <a:srgbClr val="000000"/>
                  </a:outerShdw>
                </a:effectLst>
              </a:rPr>
              <a:t>Company Profile  and Business Potential.</a:t>
            </a:r>
            <a:endParaRPr b="1" sz="3200" lang="en-US">
              <a:solidFill>
                <a:srgbClr val="F46D43"/>
              </a:solidFill>
              <a:effectLst>
                <a:outerShdw algn="br" blurRad="38100" dir="2700000" dist="38100" rotWithShape="0">
                  <a:srgbClr val="000000"/>
                </a:outerShdw>
              </a:effectLst>
            </a:endParaRPr>
          </a:p>
          <a:p>
            <a:pPr indent="0" marL="0">
              <a:buNone/>
            </a:pPr>
            <a:endParaRPr b="1" sz="3200" lang="en-US">
              <a:solidFill>
                <a:srgbClr val="002060"/>
              </a:solidFill>
            </a:endParaRPr>
          </a:p>
          <a:p>
            <a:pPr indent="0" marL="0">
              <a:buNone/>
            </a:pPr>
            <a:r>
              <a:rPr b="1" sz="3600" i="1" lang="en-US">
                <a:solidFill>
                  <a:srgbClr val="002060"/>
                </a:solidFill>
                <a:latin typeface="Noto Serif Myanmar"/>
                <a:cs typeface="Noto Serif Sinhala"/>
              </a:rPr>
              <a:t>C</a:t>
            </a:r>
            <a:r>
              <a:rPr b="1" sz="3600" i="1" lang="en-US">
                <a:solidFill>
                  <a:srgbClr val="002060"/>
                </a:solidFill>
                <a:latin typeface="Noto Serif Myanmar"/>
                <a:cs typeface="Noto Serif Sinhala"/>
              </a:rPr>
              <a:t>o</a:t>
            </a:r>
            <a:r>
              <a:rPr b="1" sz="3600" i="1" lang="en-US">
                <a:solidFill>
                  <a:srgbClr val="002060"/>
                </a:solidFill>
                <a:latin typeface="Noto Serif Myanmar"/>
                <a:cs typeface="Noto Serif Sinhala"/>
              </a:rPr>
              <a:t>n</a:t>
            </a:r>
            <a:r>
              <a:rPr b="1" sz="3600" i="1" lang="en-US">
                <a:solidFill>
                  <a:srgbClr val="002060"/>
                </a:solidFill>
                <a:latin typeface="Noto Serif Myanmar"/>
                <a:cs typeface="Noto Serif Sinhala"/>
              </a:rPr>
              <a:t>n</a:t>
            </a:r>
            <a:r>
              <a:rPr b="1" sz="3600" i="1" lang="en-US">
                <a:solidFill>
                  <a:srgbClr val="002060"/>
                </a:solidFill>
                <a:latin typeface="Noto Serif Myanmar"/>
                <a:cs typeface="Noto Serif Sinhala"/>
              </a:rPr>
              <a:t>ecting </a:t>
            </a:r>
            <a:r>
              <a:rPr b="1" sz="3600" i="1" lang="en-US">
                <a:solidFill>
                  <a:srgbClr val="002060"/>
                </a:solidFill>
                <a:latin typeface="Noto Serif Myanmar"/>
                <a:cs typeface="Noto Serif Sinhala"/>
              </a:rPr>
              <a:t>H</a:t>
            </a:r>
            <a:r>
              <a:rPr b="1" sz="3600" i="1" lang="en-US">
                <a:solidFill>
                  <a:srgbClr val="002060"/>
                </a:solidFill>
                <a:latin typeface="Noto Serif Myanmar"/>
                <a:cs typeface="Noto Serif Sinhala"/>
              </a:rPr>
              <a:t>o</a:t>
            </a:r>
            <a:r>
              <a:rPr b="1" sz="3600" i="1" lang="en-US">
                <a:solidFill>
                  <a:srgbClr val="002060"/>
                </a:solidFill>
                <a:latin typeface="Noto Serif Myanmar"/>
                <a:cs typeface="Noto Serif Sinhala"/>
              </a:rPr>
              <a:t>m</a:t>
            </a:r>
            <a:r>
              <a:rPr b="1" sz="3600" i="1" lang="en-US">
                <a:solidFill>
                  <a:srgbClr val="002060"/>
                </a:solidFill>
                <a:latin typeface="Noto Serif Myanmar"/>
                <a:cs typeface="Noto Serif Sinhala"/>
              </a:rPr>
              <a:t>e</a:t>
            </a:r>
            <a:r>
              <a:rPr b="1" sz="3600" i="1" lang="en-US">
                <a:solidFill>
                  <a:srgbClr val="002060"/>
                </a:solidFill>
                <a:latin typeface="Noto Serif Myanmar"/>
                <a:cs typeface="Noto Serif Sinhala"/>
              </a:rPr>
              <a:t>s </a:t>
            </a:r>
            <a:r>
              <a:rPr b="1" sz="3600" i="1" lang="en-US">
                <a:solidFill>
                  <a:srgbClr val="002060"/>
                </a:solidFill>
                <a:latin typeface="Noto Serif Myanmar"/>
                <a:cs typeface="Noto Serif Sinhala"/>
              </a:rPr>
              <a:t>t</a:t>
            </a:r>
            <a:r>
              <a:rPr b="1" sz="3600" i="1" lang="en-US">
                <a:solidFill>
                  <a:srgbClr val="002060"/>
                </a:solidFill>
                <a:latin typeface="Noto Serif Myanmar"/>
                <a:cs typeface="Noto Serif Sinhala"/>
              </a:rPr>
              <a:t>o </a:t>
            </a:r>
            <a:r>
              <a:rPr b="1" sz="3600" i="1" lang="en-US">
                <a:solidFill>
                  <a:srgbClr val="002060"/>
                </a:solidFill>
                <a:latin typeface="Noto Serif Myanmar"/>
                <a:cs typeface="Noto Serif Sinhala"/>
              </a:rPr>
              <a:t>R</a:t>
            </a:r>
            <a:r>
              <a:rPr b="1" sz="3600" i="1" lang="en-US">
                <a:solidFill>
                  <a:srgbClr val="002060"/>
                </a:solidFill>
                <a:latin typeface="Noto Serif Myanmar"/>
                <a:cs typeface="Noto Serif Sinhala"/>
              </a:rPr>
              <a:t>e</a:t>
            </a:r>
            <a:r>
              <a:rPr b="1" sz="3600" i="1" lang="en-US">
                <a:solidFill>
                  <a:srgbClr val="002060"/>
                </a:solidFill>
                <a:latin typeface="Noto Serif Myanmar"/>
                <a:cs typeface="Noto Serif Sinhala"/>
              </a:rPr>
              <a:t>l</a:t>
            </a:r>
            <a:r>
              <a:rPr b="1" sz="3600" i="1" lang="en-US">
                <a:solidFill>
                  <a:srgbClr val="002060"/>
                </a:solidFill>
                <a:latin typeface="Noto Serif Myanmar"/>
                <a:cs typeface="Noto Serif Sinhala"/>
              </a:rPr>
              <a:t>iable </a:t>
            </a:r>
            <a:r>
              <a:rPr b="1" sz="3600" i="1" lang="en-US">
                <a:solidFill>
                  <a:srgbClr val="002060"/>
                </a:solidFill>
                <a:latin typeface="Noto Serif Myanmar"/>
                <a:cs typeface="Noto Serif Sinhala"/>
              </a:rPr>
              <a:t>Energy</a:t>
            </a:r>
            <a:r>
              <a:rPr b="1" sz="3600" i="1" lang="en-US">
                <a:solidFill>
                  <a:srgbClr val="002060"/>
                </a:solidFill>
                <a:latin typeface="Noto Serif Myanmar"/>
                <a:cs typeface="Noto Serif Sinhala"/>
              </a:rPr>
              <a:t>!</a:t>
            </a:r>
            <a:endParaRPr b="1" sz="3200" i="1" lang="en-US">
              <a:solidFill>
                <a:srgbClr val="002060"/>
              </a:solidFill>
              <a:latin typeface="Noto Serif Myanmar"/>
              <a:cs typeface="Noto Serif Sinhala"/>
            </a:endParaRPr>
          </a:p>
        </p:txBody>
      </p:sp>
      <p:sp>
        <p:nvSpPr>
          <p:cNvPr id="1048601" name=""/>
          <p:cNvSpPr txBox="1"/>
          <p:nvPr/>
        </p:nvSpPr>
        <p:spPr>
          <a:xfrm>
            <a:off x="440748" y="365126"/>
            <a:ext cx="6923806" cy="1285241"/>
          </a:xfrm>
          <a:prstGeom prst="rect"/>
        </p:spPr>
        <p:txBody>
          <a:bodyPr rtlCol="0" wrap="square">
            <a:spAutoFit/>
          </a:bodyPr>
          <a:p>
            <a:r>
              <a:rPr b="1" sz="8000" lang="en-US">
                <a:solidFill>
                  <a:srgbClr val="FF0000"/>
                </a:solidFill>
                <a:effectLst>
                  <a:outerShdw algn="br" blurRad="38100" dir="2700000" dist="38100" rotWithShape="0">
                    <a:srgbClr val="000000"/>
                  </a:outerShdw>
                </a:effectLst>
              </a:rPr>
              <a:t>P</a:t>
            </a:r>
            <a:r>
              <a:rPr b="1" sz="8000" lang="en-US">
                <a:solidFill>
                  <a:srgbClr val="FF0000"/>
                </a:solidFill>
                <a:effectLst>
                  <a:outerShdw algn="br" blurRad="38100" dir="2700000" dist="38100" rotWithShape="0">
                    <a:srgbClr val="000000"/>
                  </a:outerShdw>
                </a:effectLst>
              </a:rPr>
              <a:t>O</a:t>
            </a:r>
            <a:r>
              <a:rPr b="1" sz="8000" lang="en-US">
                <a:solidFill>
                  <a:srgbClr val="FF0000"/>
                </a:solidFill>
                <a:effectLst>
                  <a:outerShdw algn="br" blurRad="38100" dir="2700000" dist="38100" rotWithShape="0">
                    <a:srgbClr val="000000"/>
                  </a:outerShdw>
                </a:effectLst>
              </a:rPr>
              <a:t>W</a:t>
            </a:r>
            <a:r>
              <a:rPr b="1" sz="8000" lang="en-US">
                <a:solidFill>
                  <a:srgbClr val="FF0000"/>
                </a:solidFill>
                <a:effectLst>
                  <a:outerShdw algn="br" blurRad="38100" dir="2700000" dist="38100" rotWithShape="0">
                    <a:srgbClr val="000000"/>
                  </a:outerShdw>
                </a:effectLst>
              </a:rPr>
              <a:t>E</a:t>
            </a:r>
            <a:r>
              <a:rPr b="1" sz="8000" lang="en-US">
                <a:solidFill>
                  <a:srgbClr val="FF0000"/>
                </a:solidFill>
                <a:effectLst>
                  <a:outerShdw algn="br" blurRad="38100" dir="2700000" dist="38100" rotWithShape="0">
                    <a:srgbClr val="000000"/>
                  </a:outerShdw>
                </a:effectLst>
              </a:rPr>
              <a:t>R</a:t>
            </a:r>
            <a:r>
              <a:rPr b="1" sz="8000" lang="en-US">
                <a:solidFill>
                  <a:srgbClr val="FF0000"/>
                </a:solidFill>
                <a:effectLst>
                  <a:outerShdw algn="br" blurRad="38100" dir="2700000" dist="38100" rotWithShape="0">
                    <a:srgbClr val="000000"/>
                  </a:outerShdw>
                </a:effectLst>
              </a:rPr>
              <a:t>L</a:t>
            </a:r>
            <a:r>
              <a:rPr b="1" sz="8000" lang="en-US">
                <a:solidFill>
                  <a:srgbClr val="FF0000"/>
                </a:solidFill>
                <a:effectLst>
                  <a:outerShdw algn="br" blurRad="38100" dir="2700000" dist="38100" rotWithShape="0">
                    <a:srgbClr val="000000"/>
                  </a:outerShdw>
                </a:effectLst>
              </a:rPr>
              <a:t>INK</a:t>
            </a:r>
            <a:endParaRPr sz="2800" lang="en-US">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02" name=""/>
          <p:cNvSpPr>
            <a:spLocks noGrp="1"/>
          </p:cNvSpPr>
          <p:nvPr>
            <p:ph type="title"/>
          </p:nvPr>
        </p:nvSpPr>
        <p:spPr>
          <a:xfrm>
            <a:off x="486255" y="0"/>
            <a:ext cx="7886700" cy="1325563"/>
          </a:xfrm>
        </p:spPr>
        <p:txBody>
          <a:bodyPr/>
          <a:p>
            <a:r>
              <a:rPr b="1" lang="en-US">
                <a:solidFill>
                  <a:srgbClr val="F46D43"/>
                </a:solidFill>
              </a:rPr>
              <a:t>P</a:t>
            </a:r>
            <a:r>
              <a:rPr b="1" lang="en-US">
                <a:solidFill>
                  <a:srgbClr val="F46D43"/>
                </a:solidFill>
              </a:rPr>
              <a:t>O</a:t>
            </a:r>
            <a:r>
              <a:rPr b="1" lang="en-US">
                <a:solidFill>
                  <a:srgbClr val="F46D43"/>
                </a:solidFill>
              </a:rPr>
              <a:t>W</a:t>
            </a:r>
            <a:r>
              <a:rPr b="1" lang="en-US">
                <a:solidFill>
                  <a:srgbClr val="F46D43"/>
                </a:solidFill>
              </a:rPr>
              <a:t>E</a:t>
            </a:r>
            <a:r>
              <a:rPr b="1" lang="en-US">
                <a:solidFill>
                  <a:srgbClr val="F46D43"/>
                </a:solidFill>
              </a:rPr>
              <a:t>R</a:t>
            </a:r>
            <a:r>
              <a:rPr b="1" lang="en-US">
                <a:solidFill>
                  <a:srgbClr val="F46D43"/>
                </a:solidFill>
              </a:rPr>
              <a:t>LINK </a:t>
            </a:r>
            <a:r>
              <a:rPr b="1" lang="en-US">
                <a:solidFill>
                  <a:srgbClr val="F46D43"/>
                </a:solidFill>
              </a:rPr>
              <a:t>COMPANY </a:t>
            </a:r>
            <a:r>
              <a:rPr b="1" lang="en-US">
                <a:solidFill>
                  <a:srgbClr val="F46D43"/>
                </a:solidFill>
              </a:rPr>
              <a:t>PROFILE</a:t>
            </a:r>
            <a:r>
              <a:rPr b="1" lang="en-US">
                <a:solidFill>
                  <a:srgbClr val="F46D43"/>
                </a:solidFill>
              </a:rPr>
              <a:t>.</a:t>
            </a:r>
            <a:endParaRPr b="1" lang="en-US">
              <a:solidFill>
                <a:srgbClr val="F46D43"/>
              </a:solidFill>
            </a:endParaRPr>
          </a:p>
        </p:txBody>
      </p:sp>
      <p:sp>
        <p:nvSpPr>
          <p:cNvPr id="1048603" name=""/>
          <p:cNvSpPr>
            <a:spLocks noGrp="1"/>
          </p:cNvSpPr>
          <p:nvPr>
            <p:ph idx="1"/>
          </p:nvPr>
        </p:nvSpPr>
        <p:spPr/>
        <p:txBody>
          <a:bodyPr>
            <a:normAutofit/>
          </a:bodyPr>
          <a:p>
            <a:pPr indent="0" marL="0">
              <a:buNone/>
            </a:pPr>
            <a:r>
              <a:rPr b="1" sz="4000" lang="en-US">
                <a:solidFill>
                  <a:srgbClr val="002060"/>
                </a:solidFill>
              </a:rPr>
              <a:t>1</a:t>
            </a:r>
            <a:r>
              <a:rPr b="1" sz="4000" lang="en-US">
                <a:solidFill>
                  <a:srgbClr val="002060"/>
                </a:solidFill>
              </a:rPr>
              <a:t>.</a:t>
            </a:r>
            <a:r>
              <a:rPr b="1" sz="4000" lang="en-US">
                <a:solidFill>
                  <a:srgbClr val="002060"/>
                </a:solidFill>
              </a:rPr>
              <a:t> </a:t>
            </a:r>
            <a:r>
              <a:rPr b="1" sz="4000" lang="en-US">
                <a:solidFill>
                  <a:srgbClr val="002060"/>
                </a:solidFill>
              </a:rPr>
              <a:t>C</a:t>
            </a:r>
            <a:r>
              <a:rPr b="1" sz="4000" lang="en-US">
                <a:solidFill>
                  <a:srgbClr val="002060"/>
                </a:solidFill>
              </a:rPr>
              <a:t>o</a:t>
            </a:r>
            <a:r>
              <a:rPr b="1" sz="4000" lang="en-US">
                <a:solidFill>
                  <a:srgbClr val="002060"/>
                </a:solidFill>
              </a:rPr>
              <a:t>m</a:t>
            </a:r>
            <a:r>
              <a:rPr b="1" sz="4000" lang="en-US">
                <a:solidFill>
                  <a:srgbClr val="002060"/>
                </a:solidFill>
              </a:rPr>
              <a:t>p</a:t>
            </a:r>
            <a:r>
              <a:rPr b="1" sz="4000" lang="en-US">
                <a:solidFill>
                  <a:srgbClr val="002060"/>
                </a:solidFill>
              </a:rPr>
              <a:t>a</a:t>
            </a:r>
            <a:r>
              <a:rPr b="1" sz="4000" lang="en-US">
                <a:solidFill>
                  <a:srgbClr val="002060"/>
                </a:solidFill>
              </a:rPr>
              <a:t>ny </a:t>
            </a:r>
            <a:r>
              <a:rPr b="1" sz="4000" lang="en-US">
                <a:solidFill>
                  <a:srgbClr val="002060"/>
                </a:solidFill>
              </a:rPr>
              <a:t>Description</a:t>
            </a:r>
            <a:r>
              <a:rPr b="1" sz="3200" lang="en-US">
                <a:solidFill>
                  <a:srgbClr val="002060"/>
                </a:solidFill>
              </a:rPr>
              <a:t> </a:t>
            </a:r>
            <a:endParaRPr b="1" lang="en-US">
              <a:solidFill>
                <a:srgbClr val="002060"/>
              </a:solidFill>
            </a:endParaRPr>
          </a:p>
          <a:p>
            <a:pPr indent="0" marL="0">
              <a:buNone/>
            </a:pPr>
            <a:r>
              <a:rPr i="1" lang="en-US"/>
              <a:t>C</a:t>
            </a:r>
            <a:r>
              <a:rPr i="1" lang="en-US"/>
              <a:t>o</a:t>
            </a:r>
            <a:r>
              <a:rPr i="1" lang="en-US"/>
              <a:t>m</a:t>
            </a:r>
            <a:r>
              <a:rPr i="1" lang="en-US"/>
              <a:t>p</a:t>
            </a:r>
            <a:r>
              <a:rPr i="1" lang="en-US"/>
              <a:t>any </a:t>
            </a:r>
            <a:r>
              <a:rPr i="1" lang="en-US"/>
              <a:t>N</a:t>
            </a:r>
            <a:r>
              <a:rPr i="1" lang="en-US"/>
              <a:t>a</a:t>
            </a:r>
            <a:r>
              <a:rPr i="1" lang="en-US"/>
              <a:t>m</a:t>
            </a:r>
            <a:r>
              <a:rPr i="1" lang="en-US"/>
              <a:t>e</a:t>
            </a:r>
            <a:r>
              <a:rPr i="1" lang="en-US"/>
              <a:t>:</a:t>
            </a:r>
            <a:r>
              <a:rPr i="1" lang="en-US"/>
              <a:t> </a:t>
            </a:r>
            <a:r>
              <a:rPr i="1" lang="en-US"/>
              <a:t>P</a:t>
            </a:r>
            <a:r>
              <a:rPr i="1" lang="en-US"/>
              <a:t>o</a:t>
            </a:r>
            <a:r>
              <a:rPr i="1" lang="en-US"/>
              <a:t>w</a:t>
            </a:r>
            <a:r>
              <a:rPr i="1" lang="en-US"/>
              <a:t>e</a:t>
            </a:r>
            <a:r>
              <a:rPr i="1" lang="en-US"/>
              <a:t>r</a:t>
            </a:r>
            <a:r>
              <a:rPr i="1" lang="en-US"/>
              <a:t>l</a:t>
            </a:r>
            <a:r>
              <a:rPr i="1" lang="en-US"/>
              <a:t>i</a:t>
            </a:r>
            <a:r>
              <a:rPr i="1" lang="en-US"/>
              <a:t>nk </a:t>
            </a:r>
            <a:endParaRPr i="1" lang="en-US"/>
          </a:p>
          <a:p>
            <a:pPr indent="0" marL="0">
              <a:buNone/>
            </a:pPr>
            <a:r>
              <a:rPr i="1" lang="en-US"/>
              <a:t>L</a:t>
            </a:r>
            <a:r>
              <a:rPr i="1" lang="en-US"/>
              <a:t>o</a:t>
            </a:r>
            <a:r>
              <a:rPr i="1" lang="en-US"/>
              <a:t>c</a:t>
            </a:r>
            <a:r>
              <a:rPr i="1" lang="en-US"/>
              <a:t>ation</a:t>
            </a:r>
            <a:r>
              <a:rPr i="1" lang="en-US"/>
              <a:t>:</a:t>
            </a:r>
            <a:r>
              <a:rPr i="1" lang="en-US"/>
              <a:t> </a:t>
            </a:r>
            <a:r>
              <a:rPr i="1" lang="en-US"/>
              <a:t>J</a:t>
            </a:r>
            <a:r>
              <a:rPr i="1" lang="en-US"/>
              <a:t>u</a:t>
            </a:r>
            <a:r>
              <a:rPr i="1" lang="en-US"/>
              <a:t>b</a:t>
            </a:r>
            <a:r>
              <a:rPr i="1" lang="en-US"/>
              <a:t>a</a:t>
            </a:r>
            <a:r>
              <a:rPr i="1" lang="en-US"/>
              <a:t>,</a:t>
            </a:r>
            <a:r>
              <a:rPr i="1" lang="en-US"/>
              <a:t> </a:t>
            </a:r>
            <a:r>
              <a:rPr i="1" lang="en-US"/>
              <a:t>Central</a:t>
            </a:r>
            <a:r>
              <a:rPr i="1" lang="en-US"/>
              <a:t> </a:t>
            </a:r>
            <a:r>
              <a:rPr i="1" lang="en-US"/>
              <a:t>E</a:t>
            </a:r>
            <a:r>
              <a:rPr i="1" lang="en-US"/>
              <a:t>q</a:t>
            </a:r>
            <a:r>
              <a:rPr i="1" lang="en-US"/>
              <a:t>u</a:t>
            </a:r>
            <a:r>
              <a:rPr i="1" lang="en-US"/>
              <a:t>a</a:t>
            </a:r>
            <a:r>
              <a:rPr i="1" lang="en-US"/>
              <a:t>t</a:t>
            </a:r>
            <a:r>
              <a:rPr i="1" lang="en-US"/>
              <a:t>o</a:t>
            </a:r>
            <a:r>
              <a:rPr i="1" lang="en-US"/>
              <a:t>r</a:t>
            </a:r>
            <a:r>
              <a:rPr i="1" lang="en-US"/>
              <a:t>i</a:t>
            </a:r>
            <a:r>
              <a:rPr i="1" lang="en-US"/>
              <a:t>a</a:t>
            </a:r>
            <a:r>
              <a:rPr i="1" lang="en-US"/>
              <a:t>,</a:t>
            </a:r>
            <a:r>
              <a:rPr i="1" lang="en-US"/>
              <a:t> </a:t>
            </a:r>
            <a:r>
              <a:rPr i="1" lang="en-US"/>
              <a:t>S</a:t>
            </a:r>
            <a:r>
              <a:rPr i="1" lang="en-US"/>
              <a:t>o</a:t>
            </a:r>
            <a:r>
              <a:rPr i="1" lang="en-US"/>
              <a:t>u</a:t>
            </a:r>
            <a:r>
              <a:rPr i="1" lang="en-US"/>
              <a:t>t</a:t>
            </a:r>
            <a:r>
              <a:rPr i="1" lang="en-US"/>
              <a:t>h</a:t>
            </a:r>
            <a:r>
              <a:rPr i="1" lang="en-US"/>
              <a:t> </a:t>
            </a:r>
            <a:r>
              <a:rPr i="1" lang="en-US"/>
              <a:t>S</a:t>
            </a:r>
            <a:r>
              <a:rPr i="1" lang="en-US"/>
              <a:t>u</a:t>
            </a:r>
            <a:r>
              <a:rPr i="1" lang="en-US"/>
              <a:t>d</a:t>
            </a:r>
            <a:r>
              <a:rPr i="1" lang="en-US"/>
              <a:t>a</a:t>
            </a:r>
            <a:r>
              <a:rPr i="1" lang="en-US"/>
              <a:t>n</a:t>
            </a:r>
            <a:endParaRPr i="1" lang="en-US"/>
          </a:p>
          <a:p>
            <a:pPr indent="0" marL="0">
              <a:buNone/>
            </a:pPr>
            <a:r>
              <a:rPr i="1" lang="en-US"/>
              <a:t>F</a:t>
            </a:r>
            <a:r>
              <a:rPr i="1" lang="en-US"/>
              <a:t>o</a:t>
            </a:r>
            <a:r>
              <a:rPr i="1" lang="en-US"/>
              <a:t>u</a:t>
            </a:r>
            <a:r>
              <a:rPr i="1" lang="en-US"/>
              <a:t>n</a:t>
            </a:r>
            <a:r>
              <a:rPr i="1" lang="en-US"/>
              <a:t>d</a:t>
            </a:r>
            <a:r>
              <a:rPr i="1" lang="en-US"/>
              <a:t>e</a:t>
            </a:r>
            <a:r>
              <a:rPr i="1" lang="en-US"/>
              <a:t>d</a:t>
            </a:r>
            <a:r>
              <a:rPr i="1" lang="en-US"/>
              <a:t>:</a:t>
            </a:r>
            <a:r>
              <a:rPr i="1" lang="en-US"/>
              <a:t> </a:t>
            </a:r>
            <a:r>
              <a:rPr i="1" lang="en-US"/>
              <a:t>1</a:t>
            </a:r>
            <a:r>
              <a:rPr i="1" lang="en-US"/>
              <a:t>0</a:t>
            </a:r>
            <a:r>
              <a:rPr i="1" lang="en-US"/>
              <a:t>t</a:t>
            </a:r>
            <a:r>
              <a:rPr i="1" lang="en-US"/>
              <a:t>h</a:t>
            </a:r>
            <a:r>
              <a:rPr i="1" lang="en-US"/>
              <a:t>/</a:t>
            </a:r>
            <a:r>
              <a:rPr i="1" lang="en-US"/>
              <a:t>M</a:t>
            </a:r>
            <a:r>
              <a:rPr i="1" lang="en-US"/>
              <a:t>a</a:t>
            </a:r>
            <a:r>
              <a:rPr i="1" lang="en-US"/>
              <a:t>y</a:t>
            </a:r>
            <a:r>
              <a:rPr i="1" lang="en-US"/>
              <a:t>/</a:t>
            </a:r>
            <a:r>
              <a:rPr i="1" lang="en-US"/>
              <a:t>2</a:t>
            </a:r>
            <a:r>
              <a:rPr i="1" lang="en-US"/>
              <a:t>0</a:t>
            </a:r>
            <a:r>
              <a:rPr i="1" lang="en-US"/>
              <a:t>2</a:t>
            </a:r>
            <a:r>
              <a:rPr i="1" lang="en-US"/>
              <a:t>6</a:t>
            </a:r>
            <a:endParaRPr i="1" lang="en-US"/>
          </a:p>
          <a:p>
            <a:pPr indent="0" marL="0">
              <a:buNone/>
            </a:pPr>
            <a:r>
              <a:rPr i="1" lang="en-US"/>
              <a:t>I</a:t>
            </a:r>
            <a:r>
              <a:rPr i="1" lang="en-US"/>
              <a:t>n</a:t>
            </a:r>
            <a:r>
              <a:rPr i="1" lang="en-US"/>
              <a:t>d</a:t>
            </a:r>
            <a:r>
              <a:rPr i="1" lang="en-US"/>
              <a:t>u</a:t>
            </a:r>
            <a:r>
              <a:rPr i="1" lang="en-US"/>
              <a:t>s</a:t>
            </a:r>
            <a:r>
              <a:rPr i="1" lang="en-US"/>
              <a:t>try</a:t>
            </a:r>
            <a:r>
              <a:rPr i="1" lang="en-US"/>
              <a:t>:</a:t>
            </a:r>
            <a:r>
              <a:rPr i="1" lang="en-US"/>
              <a:t> </a:t>
            </a:r>
            <a:r>
              <a:rPr i="1" lang="en-US"/>
              <a:t>E</a:t>
            </a:r>
            <a:r>
              <a:rPr i="1" lang="en-US"/>
              <a:t>l</a:t>
            </a:r>
            <a:r>
              <a:rPr i="1" lang="en-US"/>
              <a:t>e</a:t>
            </a:r>
            <a:r>
              <a:rPr i="1" lang="en-US"/>
              <a:t>c</a:t>
            </a:r>
            <a:r>
              <a:rPr i="1" lang="en-US"/>
              <a:t>trical </a:t>
            </a:r>
            <a:r>
              <a:rPr i="1" lang="en-US"/>
              <a:t>a</a:t>
            </a:r>
            <a:r>
              <a:rPr i="1" lang="en-US"/>
              <a:t>n</a:t>
            </a:r>
            <a:r>
              <a:rPr i="1" lang="en-US"/>
              <a:t>d </a:t>
            </a:r>
            <a:r>
              <a:rPr i="1" lang="en-US"/>
              <a:t>S</a:t>
            </a:r>
            <a:r>
              <a:rPr i="1" lang="en-US"/>
              <a:t>o</a:t>
            </a:r>
            <a:r>
              <a:rPr i="1" lang="en-US"/>
              <a:t>l</a:t>
            </a:r>
            <a:r>
              <a:rPr i="1" lang="en-US"/>
              <a:t>a</a:t>
            </a:r>
            <a:r>
              <a:rPr i="1" lang="en-US"/>
              <a:t>r </a:t>
            </a:r>
            <a:r>
              <a:rPr i="1" lang="en-US"/>
              <a:t>works</a:t>
            </a:r>
            <a:r>
              <a:rPr i="1" lang="en-US"/>
              <a:t> </a:t>
            </a:r>
            <a:r>
              <a:rPr i="1" lang="en-US"/>
              <a:t>(</a:t>
            </a:r>
            <a:r>
              <a:rPr i="1" lang="en-US"/>
              <a:t>Electrical Engineering, Renewabl</a:t>
            </a:r>
            <a:r>
              <a:rPr i="1" lang="en-US"/>
              <a:t>e Energy &amp; Technical Services</a:t>
            </a:r>
            <a:r>
              <a:rPr i="1" lang="en-US"/>
              <a:t>)</a:t>
            </a:r>
            <a:endParaRPr i="1"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sp>
        <p:nvSpPr>
          <p:cNvPr id="1048604" name=""/>
          <p:cNvSpPr>
            <a:spLocks noGrp="1"/>
          </p:cNvSpPr>
          <p:nvPr>
            <p:ph type="title"/>
          </p:nvPr>
        </p:nvSpPr>
        <p:spPr/>
        <p:txBody>
          <a:bodyPr/>
          <a:p>
            <a:r>
              <a:rPr lang="en-US"/>
              <a:t>A</a:t>
            </a:r>
            <a:r>
              <a:rPr lang="en-US"/>
              <a:t>b</a:t>
            </a:r>
            <a:r>
              <a:rPr lang="en-US"/>
              <a:t>o</a:t>
            </a:r>
            <a:r>
              <a:rPr lang="en-US"/>
              <a:t>ut </a:t>
            </a:r>
            <a:r>
              <a:rPr lang="en-US"/>
              <a:t>U</a:t>
            </a:r>
            <a:r>
              <a:rPr lang="en-US"/>
              <a:t>s</a:t>
            </a:r>
            <a:r>
              <a:rPr lang="en-US"/>
              <a:t>:</a:t>
            </a:r>
            <a:endParaRPr lang="en-US"/>
          </a:p>
        </p:txBody>
      </p:sp>
      <p:sp>
        <p:nvSpPr>
          <p:cNvPr id="1048605" name=""/>
          <p:cNvSpPr>
            <a:spLocks noGrp="1"/>
          </p:cNvSpPr>
          <p:nvPr>
            <p:ph idx="1"/>
          </p:nvPr>
        </p:nvSpPr>
        <p:spPr/>
        <p:txBody>
          <a:bodyPr>
            <a:normAutofit/>
          </a:bodyPr>
          <a:p>
            <a:pPr indent="0" marL="0">
              <a:buNone/>
            </a:pPr>
            <a:r>
              <a:rPr lang="en-US"/>
              <a:t>PowerLink Electrical &amp; Solar Works is a proudly South Sudanese company dedicated to delivering safe, reliable, and professional electrical and solar energy solutions. Established in 2026, our company was founded with a vision to restore confidence in local expertise by providing services that meet high standards of quality, safety, and professionalism.</a:t>
            </a:r>
            <a:endParaRPr lang="en-US"/>
          </a:p>
          <a:p>
            <a:pPr indent="0" marL="0">
              <a:buNone/>
            </a:pPr>
            <a:r>
              <a:rPr lang="en-US"/>
              <a:t>We serve residential homes, commercial buildings, offices, schools, churches, industries, NGOs, and government institutions. Through innovation, integrity, and customer satisfaction, PowerLink aims to become one of South Sudan's leading engineering companies while contributing to national development and sustainable energy access.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06" name=""/>
          <p:cNvSpPr>
            <a:spLocks noGrp="1"/>
          </p:cNvSpPr>
          <p:nvPr>
            <p:ph type="title"/>
          </p:nvPr>
        </p:nvSpPr>
        <p:spPr/>
        <p:txBody>
          <a:bodyPr/>
          <a:p>
            <a:r>
              <a:rPr lang="en-US">
                <a:solidFill>
                  <a:srgbClr val="002060"/>
                </a:solidFill>
              </a:rPr>
              <a:t>2.</a:t>
            </a:r>
            <a:r>
              <a:rPr lang="en-US">
                <a:solidFill>
                  <a:srgbClr val="002060"/>
                </a:solidFill>
              </a:rPr>
              <a:t>O</a:t>
            </a:r>
            <a:r>
              <a:rPr lang="en-US">
                <a:solidFill>
                  <a:srgbClr val="002060"/>
                </a:solidFill>
              </a:rPr>
              <a:t>u</a:t>
            </a:r>
            <a:r>
              <a:rPr lang="en-US">
                <a:solidFill>
                  <a:srgbClr val="002060"/>
                </a:solidFill>
              </a:rPr>
              <a:t>r</a:t>
            </a:r>
            <a:r>
              <a:rPr lang="en-US">
                <a:solidFill>
                  <a:srgbClr val="002060"/>
                </a:solidFill>
              </a:rPr>
              <a:t> </a:t>
            </a:r>
            <a:r>
              <a:rPr lang="en-US">
                <a:solidFill>
                  <a:srgbClr val="002060"/>
                </a:solidFill>
              </a:rPr>
              <a:t>V</a:t>
            </a:r>
            <a:r>
              <a:rPr lang="en-US">
                <a:solidFill>
                  <a:srgbClr val="002060"/>
                </a:solidFill>
              </a:rPr>
              <a:t>i</a:t>
            </a:r>
            <a:r>
              <a:rPr lang="en-US">
                <a:solidFill>
                  <a:srgbClr val="002060"/>
                </a:solidFill>
              </a:rPr>
              <a:t>s</a:t>
            </a:r>
            <a:r>
              <a:rPr lang="en-US">
                <a:solidFill>
                  <a:srgbClr val="002060"/>
                </a:solidFill>
              </a:rPr>
              <a:t>i</a:t>
            </a:r>
            <a:r>
              <a:rPr lang="en-US">
                <a:solidFill>
                  <a:srgbClr val="002060"/>
                </a:solidFill>
              </a:rPr>
              <a:t>o</a:t>
            </a:r>
            <a:r>
              <a:rPr lang="en-US">
                <a:solidFill>
                  <a:srgbClr val="002060"/>
                </a:solidFill>
              </a:rPr>
              <a:t>n</a:t>
            </a:r>
            <a:endParaRPr lang="en-US">
              <a:solidFill>
                <a:srgbClr val="002060"/>
              </a:solidFill>
            </a:endParaRPr>
          </a:p>
        </p:txBody>
      </p:sp>
      <p:sp>
        <p:nvSpPr>
          <p:cNvPr id="1048607" name=""/>
          <p:cNvSpPr>
            <a:spLocks noGrp="1"/>
          </p:cNvSpPr>
          <p:nvPr>
            <p:ph idx="1"/>
          </p:nvPr>
        </p:nvSpPr>
        <p:spPr/>
        <p:txBody>
          <a:bodyPr/>
          <a:p>
            <a:pPr indent="0" marL="0">
              <a:buNone/>
            </a:pPr>
            <a:r>
              <a:rPr lang="en-US"/>
              <a:t>To become South Sudan's most trusted and innovative engineering company, delivering world-class electrical, renewable energy, and technological solutions that transform lives and power national development.</a:t>
            </a:r>
            <a:endParaRPr lang="en-US"/>
          </a:p>
          <a:p>
            <a:pPr indent="0" marL="0">
              <a:buNone/>
            </a:pPr>
            <a:endParaRPr lang="en-US"/>
          </a:p>
          <a:p>
            <a:pPr indent="0" marL="0">
              <a:buNone/>
            </a:pPr>
            <a:r>
              <a:rPr lang="en-US"/>
              <a:t>"Powering Progress. Inspiring Innovation. Building the Future."</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sp>
        <p:nvSpPr>
          <p:cNvPr id="1048608" name=""/>
          <p:cNvSpPr>
            <a:spLocks noGrp="1"/>
          </p:cNvSpPr>
          <p:nvPr>
            <p:ph type="title"/>
          </p:nvPr>
        </p:nvSpPr>
        <p:spPr>
          <a:xfrm>
            <a:off x="628650" y="273658"/>
            <a:ext cx="7886700" cy="1325563"/>
          </a:xfrm>
        </p:spPr>
        <p:txBody>
          <a:bodyPr/>
          <a:p>
            <a:r>
              <a:rPr lang="en-US">
                <a:solidFill>
                  <a:srgbClr val="002060"/>
                </a:solidFill>
              </a:rPr>
              <a:t>3</a:t>
            </a:r>
            <a:r>
              <a:rPr lang="en-US">
                <a:solidFill>
                  <a:srgbClr val="002060"/>
                </a:solidFill>
              </a:rPr>
              <a:t>.</a:t>
            </a:r>
            <a:r>
              <a:rPr lang="en-US">
                <a:solidFill>
                  <a:srgbClr val="002060"/>
                </a:solidFill>
              </a:rPr>
              <a:t> </a:t>
            </a:r>
            <a:r>
              <a:rPr lang="en-US">
                <a:solidFill>
                  <a:srgbClr val="002060"/>
                </a:solidFill>
              </a:rPr>
              <a:t>M</a:t>
            </a:r>
            <a:r>
              <a:rPr lang="en-US">
                <a:solidFill>
                  <a:srgbClr val="002060"/>
                </a:solidFill>
              </a:rPr>
              <a:t>i</a:t>
            </a:r>
            <a:r>
              <a:rPr lang="en-US">
                <a:solidFill>
                  <a:srgbClr val="002060"/>
                </a:solidFill>
              </a:rPr>
              <a:t>s</a:t>
            </a:r>
            <a:r>
              <a:rPr lang="en-US">
                <a:solidFill>
                  <a:srgbClr val="002060"/>
                </a:solidFill>
              </a:rPr>
              <a:t>s</a:t>
            </a:r>
            <a:r>
              <a:rPr lang="en-US">
                <a:solidFill>
                  <a:srgbClr val="002060"/>
                </a:solidFill>
              </a:rPr>
              <a:t>i</a:t>
            </a:r>
            <a:r>
              <a:rPr lang="en-US">
                <a:solidFill>
                  <a:srgbClr val="002060"/>
                </a:solidFill>
              </a:rPr>
              <a:t>on </a:t>
            </a:r>
            <a:endParaRPr lang="en-US">
              <a:solidFill>
                <a:srgbClr val="002060"/>
              </a:solidFill>
            </a:endParaRPr>
          </a:p>
        </p:txBody>
      </p:sp>
      <p:sp>
        <p:nvSpPr>
          <p:cNvPr id="1048609" name=""/>
          <p:cNvSpPr>
            <a:spLocks noGrp="1"/>
          </p:cNvSpPr>
          <p:nvPr>
            <p:ph idx="1"/>
          </p:nvPr>
        </p:nvSpPr>
        <p:spPr/>
        <p:txBody>
          <a:bodyPr/>
          <a:p>
            <a:pPr indent="0" marL="0">
              <a:buNone/>
            </a:pPr>
            <a:r>
              <a:rPr lang="en-US"/>
              <a:t>Our mission is to provide safe, professional, affordable, and reliable electrical and renewable energy solutions while creating lasting value for our customers through excellence, integrity, innovation, and exceptional customer service.</a:t>
            </a:r>
            <a:endParaRPr lang="en-US"/>
          </a:p>
          <a:p>
            <a:pPr indent="0" marL="0">
              <a:buNone/>
            </a:pPr>
            <a:r>
              <a:rPr lang="en-US"/>
              <a:t>We are committed to restoring trust in South Sudanese engineering by delivering quality workmanship that meets international standards.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10" name=""/>
          <p:cNvSpPr>
            <a:spLocks noGrp="1"/>
          </p:cNvSpPr>
          <p:nvPr>
            <p:ph type="title"/>
          </p:nvPr>
        </p:nvSpPr>
        <p:spPr/>
        <p:txBody>
          <a:bodyPr/>
          <a:p>
            <a:r>
              <a:rPr lang="en-US">
                <a:solidFill>
                  <a:srgbClr val="002060"/>
                </a:solidFill>
              </a:rPr>
              <a:t>4</a:t>
            </a:r>
            <a:r>
              <a:rPr lang="en-US">
                <a:solidFill>
                  <a:srgbClr val="002060"/>
                </a:solidFill>
              </a:rPr>
              <a:t>.</a:t>
            </a:r>
            <a:r>
              <a:rPr lang="en-US">
                <a:solidFill>
                  <a:srgbClr val="002060"/>
                </a:solidFill>
              </a:rPr>
              <a:t> </a:t>
            </a:r>
            <a:r>
              <a:rPr lang="en-US">
                <a:solidFill>
                  <a:srgbClr val="002060"/>
                </a:solidFill>
              </a:rPr>
              <a:t>C</a:t>
            </a:r>
            <a:r>
              <a:rPr lang="en-US">
                <a:solidFill>
                  <a:srgbClr val="002060"/>
                </a:solidFill>
              </a:rPr>
              <a:t>o</a:t>
            </a:r>
            <a:r>
              <a:rPr lang="en-US">
                <a:solidFill>
                  <a:srgbClr val="002060"/>
                </a:solidFill>
              </a:rPr>
              <a:t>r</a:t>
            </a:r>
            <a:r>
              <a:rPr lang="en-US">
                <a:solidFill>
                  <a:srgbClr val="002060"/>
                </a:solidFill>
              </a:rPr>
              <a:t>e</a:t>
            </a:r>
            <a:r>
              <a:rPr lang="en-US">
                <a:solidFill>
                  <a:srgbClr val="002060"/>
                </a:solidFill>
              </a:rPr>
              <a:t> </a:t>
            </a:r>
            <a:r>
              <a:rPr lang="en-US">
                <a:solidFill>
                  <a:srgbClr val="002060"/>
                </a:solidFill>
              </a:rPr>
              <a:t>S</a:t>
            </a:r>
            <a:r>
              <a:rPr lang="en-US">
                <a:solidFill>
                  <a:srgbClr val="002060"/>
                </a:solidFill>
              </a:rPr>
              <a:t>e</a:t>
            </a:r>
            <a:r>
              <a:rPr lang="en-US">
                <a:solidFill>
                  <a:srgbClr val="002060"/>
                </a:solidFill>
              </a:rPr>
              <a:t>r</a:t>
            </a:r>
            <a:r>
              <a:rPr lang="en-US">
                <a:solidFill>
                  <a:srgbClr val="002060"/>
                </a:solidFill>
              </a:rPr>
              <a:t>v</a:t>
            </a:r>
            <a:r>
              <a:rPr lang="en-US">
                <a:solidFill>
                  <a:srgbClr val="002060"/>
                </a:solidFill>
              </a:rPr>
              <a:t>i</a:t>
            </a:r>
            <a:r>
              <a:rPr lang="en-US">
                <a:solidFill>
                  <a:srgbClr val="002060"/>
                </a:solidFill>
              </a:rPr>
              <a:t>ce</a:t>
            </a:r>
            <a:r>
              <a:rPr lang="en-US">
                <a:solidFill>
                  <a:srgbClr val="002060"/>
                </a:solidFill>
              </a:rPr>
              <a:t>s</a:t>
            </a:r>
            <a:endParaRPr lang="en-US">
              <a:solidFill>
                <a:srgbClr val="002060"/>
              </a:solidFill>
            </a:endParaRPr>
          </a:p>
        </p:txBody>
      </p:sp>
      <p:sp>
        <p:nvSpPr>
          <p:cNvPr id="1048611" name=""/>
          <p:cNvSpPr>
            <a:spLocks noGrp="1"/>
          </p:cNvSpPr>
          <p:nvPr>
            <p:ph idx="1"/>
          </p:nvPr>
        </p:nvSpPr>
        <p:spPr/>
        <p:txBody>
          <a:bodyPr/>
          <a:p>
            <a:pPr indent="0" marL="0">
              <a:buNone/>
            </a:pPr>
            <a:r>
              <a:rPr altLang="en-US" lang="en-US"/>
              <a:t>⚡ Electrical Wiring, Installation &amp; Repairs</a:t>
            </a:r>
            <a:endParaRPr lang="en-US"/>
          </a:p>
          <a:p>
            <a:pPr indent="0" marL="0">
              <a:buNone/>
            </a:pPr>
            <a:r>
              <a:rPr altLang="en-US" lang="en-US"/>
              <a:t>Professional electrical installation for residential, commercial, and industrial buildings. We provide new wiring, renovations, troubleshooting, fault diagnosis, repairs, upgrades, and preventive maintenance using safe and modern installation practices.</a:t>
            </a:r>
            <a:endParaRPr lang="en-US"/>
          </a:p>
          <a:p>
            <a:pPr indent="0" marL="0">
              <a:buNone/>
            </a:pPr>
            <a:r>
              <a:rPr altLang="en-US" lang="en-US"/>
              <a:t>Our Promise: "Safe Wiring Today, Reliable Power Tomorrow."</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12" name=""/>
          <p:cNvSpPr>
            <a:spLocks noGrp="1"/>
          </p:cNvSpPr>
          <p:nvPr>
            <p:ph idx="1"/>
          </p:nvPr>
        </p:nvSpPr>
        <p:spPr>
          <a:xfrm>
            <a:off x="628650" y="578715"/>
            <a:ext cx="8081530" cy="5598248"/>
          </a:xfrm>
        </p:spPr>
        <p:txBody>
          <a:bodyPr/>
          <a:p>
            <a:pPr indent="0" marL="0">
              <a:buNone/>
            </a:pPr>
            <a:r>
              <a:rPr altLang="en-US" lang="en-US"/>
              <a:t>☀️ Solar Power, Inverter &amp; Battery Systems</a:t>
            </a:r>
            <a:endParaRPr lang="en-US"/>
          </a:p>
          <a:p>
            <a:pPr indent="0" marL="0">
              <a:buNone/>
            </a:pPr>
            <a:r>
              <a:rPr altLang="en-US" lang="en-US"/>
              <a:t>We design and install complete solar energy systems including solar panels, batteries, inverters, charge controllers, and backup power systems that reduce dependence on unreliable electricity.</a:t>
            </a:r>
            <a:endParaRPr lang="en-US"/>
          </a:p>
          <a:p>
            <a:pPr indent="0" marL="0">
              <a:buNone/>
            </a:pPr>
            <a:r>
              <a:rPr altLang="en-US" lang="en-US"/>
              <a:t>Our Promise: "Harnessing the Sun for a Brighter Tomorrow."</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613" name=""/>
          <p:cNvSpPr>
            <a:spLocks noGrp="1"/>
          </p:cNvSpPr>
          <p:nvPr>
            <p:ph idx="1"/>
          </p:nvPr>
        </p:nvSpPr>
        <p:spPr>
          <a:xfrm>
            <a:off x="628650" y="630670"/>
            <a:ext cx="7652904" cy="5546293"/>
          </a:xfrm>
        </p:spPr>
        <p:txBody>
          <a:bodyPr/>
          <a:p>
            <a:pPr indent="0" marL="0">
              <a:buNone/>
            </a:pPr>
            <a:r>
              <a:rPr altLang="en-US" lang="en-US"/>
              <a:t>❄️ AC Installation, Service &amp; Gas Refilling</a:t>
            </a:r>
            <a:endParaRPr lang="en-US"/>
          </a:p>
          <a:p>
            <a:pPr indent="0" marL="0">
              <a:buNone/>
            </a:pPr>
            <a:r>
              <a:rPr altLang="en-US" lang="en-US"/>
              <a:t>Professional installation, servicing, maintenance, fault diagnosis, and refrigerant gas refilling for air conditioning systems to ensure comfort, efficiency, and long equipment life.</a:t>
            </a:r>
            <a:endParaRPr lang="en-US"/>
          </a:p>
          <a:p>
            <a:pPr indent="0" marL="0">
              <a:buNone/>
            </a:pPr>
            <a:r>
              <a:rPr altLang="en-US" lang="en-US"/>
              <a:t>Our Promise: "Cooling Homes. Improving Comfort."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614" name=""/>
          <p:cNvSpPr>
            <a:spLocks noGrp="1"/>
          </p:cNvSpPr>
          <p:nvPr>
            <p:ph idx="1"/>
          </p:nvPr>
        </p:nvSpPr>
        <p:spPr>
          <a:xfrm>
            <a:off x="849456" y="747568"/>
            <a:ext cx="7665894" cy="5429395"/>
          </a:xfrm>
        </p:spPr>
        <p:txBody>
          <a:bodyPr/>
          <a:p>
            <a:pPr indent="0" marL="0">
              <a:buNone/>
            </a:pPr>
            <a:r>
              <a:rPr altLang="en-US" lang="en-US"/>
              <a:t>📹 CCTV Cameras &amp; Surveillance Systems</a:t>
            </a:r>
            <a:endParaRPr lang="en-US"/>
          </a:p>
          <a:p>
            <a:pPr indent="0" marL="0">
              <a:buNone/>
            </a:pPr>
            <a:r>
              <a:rPr altLang="en-US" lang="en-US"/>
              <a:t>Installation and maintenance of high-quality CCTV systems for homes, businesses, schools, offices, warehouses, and institutions to improve security and peace of mind.</a:t>
            </a:r>
            <a:endParaRPr lang="en-US"/>
          </a:p>
          <a:p>
            <a:pPr indent="0" marL="0">
              <a:buNone/>
            </a:pPr>
            <a:r>
              <a:rPr altLang="en-US" lang="en-US"/>
              <a:t>Our Promise: "Protecting What Matters Most."</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15" name=""/>
          <p:cNvSpPr>
            <a:spLocks noGrp="1"/>
          </p:cNvSpPr>
          <p:nvPr>
            <p:ph idx="1"/>
          </p:nvPr>
        </p:nvSpPr>
        <p:spPr>
          <a:xfrm>
            <a:off x="745546" y="799522"/>
            <a:ext cx="7769803" cy="5377441"/>
          </a:xfrm>
        </p:spPr>
        <p:txBody>
          <a:bodyPr/>
          <a:p>
            <a:pPr indent="0" marL="0">
              <a:buNone/>
            </a:pPr>
            <a:r>
              <a:rPr altLang="en-US" lang="en-US"/>
              <a:t>📡 Satellite TV, MultiTV Setup &amp; Dish Alignment</a:t>
            </a:r>
            <a:endParaRPr lang="en-US"/>
          </a:p>
          <a:p>
            <a:pPr indent="0" marL="0">
              <a:buNone/>
            </a:pPr>
            <a:r>
              <a:rPr altLang="en-US" lang="en-US"/>
              <a:t>Installation, alignment, repairs, and maintenance of satellite television systems including MultiTV, DStv, Free-to-Air, and dish realignment for clear signal reception.</a:t>
            </a:r>
            <a:endParaRPr lang="en-US"/>
          </a:p>
          <a:p>
            <a:pPr indent="0" marL="0">
              <a:buNone/>
            </a:pPr>
            <a:r>
              <a:rPr altLang="en-US" lang="en-US"/>
              <a:t>Our Promise: "Crystal Clear Entertainment, Every Time."</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16" name=""/>
          <p:cNvSpPr>
            <a:spLocks noGrp="1"/>
          </p:cNvSpPr>
          <p:nvPr>
            <p:ph idx="1"/>
          </p:nvPr>
        </p:nvSpPr>
        <p:spPr>
          <a:xfrm>
            <a:off x="732559" y="858225"/>
            <a:ext cx="7782791" cy="5318738"/>
          </a:xfrm>
        </p:spPr>
        <p:txBody>
          <a:bodyPr/>
          <a:p>
            <a:pPr indent="0" marL="0">
              <a:buNone/>
            </a:pPr>
            <a:r>
              <a:rPr altLang="en-US" lang="en-US"/>
              <a:t>🏠 House Wiring (New Construction &amp; Renovation)</a:t>
            </a:r>
            <a:endParaRPr lang="en-US"/>
          </a:p>
          <a:p>
            <a:pPr indent="0" marL="0">
              <a:buNone/>
            </a:pPr>
            <a:r>
              <a:rPr altLang="en-US" lang="en-US"/>
              <a:t>Complete electrical wiring solutions for newly constructed buildings and renovation projects, ensuring safe and organized installations that comply with professional standards.</a:t>
            </a:r>
            <a:endParaRPr lang="en-US"/>
          </a:p>
          <a:p>
            <a:pPr indent="0" marL="0">
              <a:buNone/>
            </a:pPr>
            <a:r>
              <a:rPr altLang="en-US" lang="en-US"/>
              <a:t>Our Promise: "Building Safer Homes from the Ground Up."</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17" name=""/>
          <p:cNvSpPr>
            <a:spLocks noGrp="1"/>
          </p:cNvSpPr>
          <p:nvPr>
            <p:ph idx="1"/>
          </p:nvPr>
        </p:nvSpPr>
        <p:spPr>
          <a:xfrm>
            <a:off x="1070262" y="695611"/>
            <a:ext cx="7445087" cy="5481351"/>
          </a:xfrm>
        </p:spPr>
        <p:txBody>
          <a:bodyPr/>
          <a:p>
            <a:pPr indent="0" marL="0">
              <a:buNone/>
            </a:pPr>
            <a:r>
              <a:rPr altLang="en-US" lang="en-US"/>
              <a:t>🔌 DB Boards, Lightning Arresters, Earthing &amp; JEDCO Connection</a:t>
            </a:r>
            <a:endParaRPr lang="en-US"/>
          </a:p>
          <a:p>
            <a:pPr indent="0" marL="0">
              <a:buNone/>
            </a:pPr>
            <a:r>
              <a:rPr altLang="en-US" lang="en-US"/>
              <a:t>Installation of distribution boards, protective devices, lightning protection systems, grounding (earthing), and professional JEDCO electrical connections for enhanced safety.</a:t>
            </a:r>
            <a:endParaRPr lang="en-US"/>
          </a:p>
          <a:p>
            <a:pPr indent="0" marL="0">
              <a:buNone/>
            </a:pPr>
            <a:r>
              <a:rPr altLang="en-US" lang="en-US"/>
              <a:t>Our Promise: "Protection Begins with Proper Installation."</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18" name=""/>
          <p:cNvSpPr>
            <a:spLocks noGrp="1"/>
          </p:cNvSpPr>
          <p:nvPr>
            <p:ph idx="1"/>
          </p:nvPr>
        </p:nvSpPr>
        <p:spPr>
          <a:xfrm>
            <a:off x="836468" y="682625"/>
            <a:ext cx="7678882" cy="5494338"/>
          </a:xfrm>
        </p:spPr>
        <p:txBody>
          <a:bodyPr/>
          <a:p>
            <a:pPr indent="0" marL="0">
              <a:buNone/>
            </a:pPr>
            <a:r>
              <a:rPr altLang="en-US" lang="en-US"/>
              <a:t>🛠️ Maintenance, Conduit Slapping &amp; Piping</a:t>
            </a:r>
            <a:endParaRPr lang="en-US"/>
          </a:p>
          <a:p>
            <a:pPr indent="0" marL="0">
              <a:buNone/>
            </a:pPr>
            <a:r>
              <a:rPr altLang="en-US" lang="en-US"/>
              <a:t>Professional conduit installation, wall slapping, PVC piping, cable routing, electrical maintenance, and preventive servicing for residential and commercial projects.</a:t>
            </a:r>
            <a:endParaRPr lang="en-US"/>
          </a:p>
          <a:p>
            <a:pPr indent="0" marL="0">
              <a:buNone/>
            </a:pPr>
            <a:r>
              <a:rPr altLang="en-US" lang="en-US"/>
              <a:t>Our Promise: "Strong Foundations for Reliable Power."</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19" name=""/>
          <p:cNvSpPr>
            <a:spLocks noGrp="1"/>
          </p:cNvSpPr>
          <p:nvPr>
            <p:ph idx="1"/>
          </p:nvPr>
        </p:nvSpPr>
        <p:spPr>
          <a:xfrm>
            <a:off x="628650" y="603758"/>
            <a:ext cx="7912677" cy="5507467"/>
          </a:xfrm>
        </p:spPr>
        <p:txBody>
          <a:bodyPr/>
          <a:p>
            <a:pPr indent="0" marL="0">
              <a:buNone/>
            </a:pPr>
            <a:r>
              <a:rPr altLang="en-US" lang="en-US"/>
              <a:t>⚡ Electric Fence Installation &amp; Security Systems</a:t>
            </a:r>
            <a:endParaRPr lang="en-US"/>
          </a:p>
          <a:p>
            <a:pPr indent="0" marL="0">
              <a:buNone/>
            </a:pPr>
            <a:r>
              <a:rPr altLang="en-US" lang="en-US"/>
              <a:t>PowerLink provides professional electric fence installation, maintenance, fault finding, and system upgrades for homes, businesses, institutions, warehouses, compounds, and other properties.</a:t>
            </a:r>
            <a:endParaRPr lang="en-US"/>
          </a:p>
          <a:p>
            <a:pPr indent="0" marL="0">
              <a:buNone/>
            </a:pPr>
            <a:r>
              <a:rPr altLang="en-US" lang="en-US"/>
              <a:t>Our solutions are designed to create an additional security layer around properties while emphasizing proper installation, responsible operation, and reliable system performance.</a:t>
            </a:r>
            <a:endParaRPr lang="en-US"/>
          </a:p>
          <a:p>
            <a:pPr indent="0" marL="0">
              <a:buNone/>
            </a:pPr>
            <a:r>
              <a:rPr altLang="en-US" lang="en-US"/>
              <a:t>Our Promise:</a:t>
            </a:r>
            <a:endParaRPr lang="en-US"/>
          </a:p>
          <a:p>
            <a:pPr indent="0" marL="0">
              <a:buNone/>
            </a:pPr>
            <a:r>
              <a:rPr altLang="en-US" lang="en-US"/>
              <a:t>"Stronger Boundaries. Greater Security. Peace of Mind."</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20" name=""/>
          <p:cNvSpPr>
            <a:spLocks noGrp="1"/>
          </p:cNvSpPr>
          <p:nvPr>
            <p:ph type="title"/>
          </p:nvPr>
        </p:nvSpPr>
        <p:spPr/>
        <p:txBody>
          <a:bodyPr/>
          <a:p>
            <a:r>
              <a:rPr lang="en-US">
                <a:solidFill>
                  <a:srgbClr val="002060"/>
                </a:solidFill>
              </a:rPr>
              <a:t>5</a:t>
            </a:r>
            <a:r>
              <a:rPr lang="en-US">
                <a:solidFill>
                  <a:srgbClr val="002060"/>
                </a:solidFill>
              </a:rPr>
              <a:t>.</a:t>
            </a:r>
            <a:r>
              <a:rPr lang="en-US">
                <a:solidFill>
                  <a:srgbClr val="002060"/>
                </a:solidFill>
              </a:rPr>
              <a:t> </a:t>
            </a:r>
            <a:r>
              <a:rPr lang="en-US">
                <a:solidFill>
                  <a:srgbClr val="002060"/>
                </a:solidFill>
              </a:rPr>
              <a:t>W</a:t>
            </a:r>
            <a:r>
              <a:rPr lang="en-US">
                <a:solidFill>
                  <a:srgbClr val="002060"/>
                </a:solidFill>
              </a:rPr>
              <a:t>h</a:t>
            </a:r>
            <a:r>
              <a:rPr lang="en-US">
                <a:solidFill>
                  <a:srgbClr val="002060"/>
                </a:solidFill>
              </a:rPr>
              <a:t>y </a:t>
            </a:r>
            <a:r>
              <a:rPr lang="en-US">
                <a:solidFill>
                  <a:srgbClr val="002060"/>
                </a:solidFill>
              </a:rPr>
              <a:t>C</a:t>
            </a:r>
            <a:r>
              <a:rPr lang="en-US">
                <a:solidFill>
                  <a:srgbClr val="002060"/>
                </a:solidFill>
              </a:rPr>
              <a:t>h</a:t>
            </a:r>
            <a:r>
              <a:rPr lang="en-US">
                <a:solidFill>
                  <a:srgbClr val="002060"/>
                </a:solidFill>
              </a:rPr>
              <a:t>o</a:t>
            </a:r>
            <a:r>
              <a:rPr lang="en-US">
                <a:solidFill>
                  <a:srgbClr val="002060"/>
                </a:solidFill>
              </a:rPr>
              <a:t>ose </a:t>
            </a:r>
            <a:r>
              <a:rPr lang="en-US">
                <a:solidFill>
                  <a:srgbClr val="002060"/>
                </a:solidFill>
              </a:rPr>
              <a:t>P</a:t>
            </a:r>
            <a:r>
              <a:rPr lang="en-US">
                <a:solidFill>
                  <a:srgbClr val="002060"/>
                </a:solidFill>
              </a:rPr>
              <a:t>o</a:t>
            </a:r>
            <a:r>
              <a:rPr lang="en-US">
                <a:solidFill>
                  <a:srgbClr val="002060"/>
                </a:solidFill>
              </a:rPr>
              <a:t>w</a:t>
            </a:r>
            <a:r>
              <a:rPr lang="en-US">
                <a:solidFill>
                  <a:srgbClr val="002060"/>
                </a:solidFill>
              </a:rPr>
              <a:t>e</a:t>
            </a:r>
            <a:r>
              <a:rPr lang="en-US">
                <a:solidFill>
                  <a:srgbClr val="002060"/>
                </a:solidFill>
              </a:rPr>
              <a:t>r</a:t>
            </a:r>
            <a:r>
              <a:rPr lang="en-US">
                <a:solidFill>
                  <a:srgbClr val="002060"/>
                </a:solidFill>
              </a:rPr>
              <a:t>l</a:t>
            </a:r>
            <a:r>
              <a:rPr lang="en-US">
                <a:solidFill>
                  <a:srgbClr val="002060"/>
                </a:solidFill>
              </a:rPr>
              <a:t>ink</a:t>
            </a:r>
            <a:r>
              <a:rPr lang="en-US"/>
              <a:t> </a:t>
            </a:r>
            <a:endParaRPr lang="en-US"/>
          </a:p>
        </p:txBody>
      </p:sp>
      <p:sp>
        <p:nvSpPr>
          <p:cNvPr id="1048621" name=""/>
          <p:cNvSpPr>
            <a:spLocks noGrp="1"/>
          </p:cNvSpPr>
          <p:nvPr>
            <p:ph idx="1"/>
          </p:nvPr>
        </p:nvSpPr>
        <p:spPr/>
        <p:txBody>
          <a:bodyPr/>
          <a:p>
            <a:pPr indent="0" marL="0">
              <a:buNone/>
            </a:pPr>
            <a:r>
              <a:rPr altLang="en-US" lang="en-US"/>
              <a:t>✅ Qualified and dedicated technicians</a:t>
            </a:r>
            <a:endParaRPr lang="en-US"/>
          </a:p>
          <a:p>
            <a:pPr indent="0" marL="0">
              <a:buNone/>
            </a:pPr>
            <a:r>
              <a:rPr altLang="en-US" lang="en-US"/>
              <a:t>✅ Commitment to safety and quality workmanship</a:t>
            </a:r>
            <a:endParaRPr lang="en-US"/>
          </a:p>
          <a:p>
            <a:pPr indent="0" marL="0">
              <a:buNone/>
            </a:pPr>
            <a:r>
              <a:rPr altLang="en-US" lang="en-US"/>
              <a:t>✅ Honest pricing with professional service</a:t>
            </a:r>
            <a:endParaRPr lang="en-US"/>
          </a:p>
          <a:p>
            <a:pPr indent="0" marL="0">
              <a:buNone/>
            </a:pPr>
            <a:r>
              <a:rPr altLang="en-US" lang="en-US"/>
              <a:t>✅ Reliable after-service support</a:t>
            </a:r>
            <a:endParaRPr lang="en-US"/>
          </a:p>
          <a:p>
            <a:pPr indent="0" marL="0">
              <a:buNone/>
            </a:pPr>
            <a:r>
              <a:rPr altLang="en-US" lang="en-US"/>
              <a:t>✅ Modern tools and innovative solutions</a:t>
            </a:r>
            <a:endParaRPr lang="en-US"/>
          </a:p>
          <a:p>
            <a:pPr indent="0" marL="0">
              <a:buNone/>
            </a:pPr>
            <a:r>
              <a:rPr altLang="en-US" lang="en-US"/>
              <a:t>✅ Customer satisfaction is our priority</a:t>
            </a:r>
            <a:endParaRPr lang="en-US"/>
          </a:p>
          <a:p>
            <a:pPr indent="0" marL="0">
              <a:buNone/>
            </a:pPr>
            <a:r>
              <a:rPr altLang="en-US" lang="en-US"/>
              <a:t>✅ Proudly South Sudanese with global standards</a:t>
            </a:r>
            <a:endParaRPr lang="en-US"/>
          </a:p>
          <a:p>
            <a:pPr indent="0" marL="0">
              <a:buNone/>
            </a:pPr>
            <a:r>
              <a:rPr altLang="en-US" lang="en-US"/>
              <a:t>PowerLink Promise</a:t>
            </a:r>
            <a:endParaRPr lang="en-US"/>
          </a:p>
          <a:p>
            <a:pPr indent="0" marL="0">
              <a:buNone/>
            </a:pPr>
            <a:r>
              <a:rPr altLang="en-US" lang="en-US"/>
              <a:t>"We Don't Just Install Electricity—We Build Trust."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622" name=""/>
          <p:cNvSpPr>
            <a:spLocks noGrp="1"/>
          </p:cNvSpPr>
          <p:nvPr>
            <p:ph type="title"/>
          </p:nvPr>
        </p:nvSpPr>
        <p:spPr>
          <a:xfrm>
            <a:off x="856205" y="227831"/>
            <a:ext cx="7431591" cy="1266835"/>
          </a:xfrm>
        </p:spPr>
        <p:txBody>
          <a:bodyPr>
            <a:normAutofit/>
          </a:bodyPr>
          <a:p>
            <a:r>
              <a:rPr b="1" sz="5400" lang="en-US">
                <a:solidFill>
                  <a:srgbClr val="F46D43"/>
                </a:solidFill>
                <a:effectLst/>
              </a:rPr>
              <a:t>O</a:t>
            </a:r>
            <a:r>
              <a:rPr b="1" sz="5400" lang="en-US">
                <a:solidFill>
                  <a:srgbClr val="F46D43"/>
                </a:solidFill>
                <a:effectLst/>
              </a:rPr>
              <a:t>u</a:t>
            </a:r>
            <a:r>
              <a:rPr b="1" sz="5400" lang="en-US">
                <a:solidFill>
                  <a:srgbClr val="F46D43"/>
                </a:solidFill>
                <a:effectLst/>
              </a:rPr>
              <a:t>r</a:t>
            </a:r>
            <a:r>
              <a:rPr b="1" sz="5400" lang="en-US">
                <a:solidFill>
                  <a:srgbClr val="F46D43"/>
                </a:solidFill>
                <a:effectLst/>
              </a:rPr>
              <a:t> </a:t>
            </a:r>
            <a:r>
              <a:rPr b="1" sz="5400" lang="en-US">
                <a:solidFill>
                  <a:srgbClr val="F46D43"/>
                </a:solidFill>
                <a:effectLst/>
              </a:rPr>
              <a:t>P</a:t>
            </a:r>
            <a:r>
              <a:rPr b="1" sz="5400" lang="en-US">
                <a:solidFill>
                  <a:srgbClr val="F46D43"/>
                </a:solidFill>
                <a:effectLst/>
              </a:rPr>
              <a:t>o</a:t>
            </a:r>
            <a:r>
              <a:rPr b="1" sz="5400" lang="en-US">
                <a:solidFill>
                  <a:srgbClr val="F46D43"/>
                </a:solidFill>
                <a:effectLst/>
              </a:rPr>
              <a:t>t</a:t>
            </a:r>
            <a:r>
              <a:rPr b="1" sz="5400" lang="en-US">
                <a:solidFill>
                  <a:srgbClr val="F46D43"/>
                </a:solidFill>
                <a:effectLst/>
              </a:rPr>
              <a:t>e</a:t>
            </a:r>
            <a:r>
              <a:rPr b="1" sz="5400" lang="en-US">
                <a:solidFill>
                  <a:srgbClr val="F46D43"/>
                </a:solidFill>
                <a:effectLst/>
              </a:rPr>
              <a:t>n</a:t>
            </a:r>
            <a:r>
              <a:rPr b="1" sz="5400" lang="en-US">
                <a:solidFill>
                  <a:srgbClr val="F46D43"/>
                </a:solidFill>
                <a:effectLst/>
              </a:rPr>
              <a:t>t</a:t>
            </a:r>
            <a:r>
              <a:rPr b="1" sz="5400" lang="en-US">
                <a:solidFill>
                  <a:srgbClr val="F46D43"/>
                </a:solidFill>
                <a:effectLst/>
              </a:rPr>
              <a:t>ial </a:t>
            </a:r>
            <a:r>
              <a:rPr b="1" sz="5400" lang="en-US">
                <a:solidFill>
                  <a:srgbClr val="F46D43"/>
                </a:solidFill>
                <a:effectLst/>
              </a:rPr>
              <a:t>a</a:t>
            </a:r>
            <a:r>
              <a:rPr b="1" sz="5400" lang="en-US">
                <a:solidFill>
                  <a:srgbClr val="F46D43"/>
                </a:solidFill>
                <a:effectLst/>
              </a:rPr>
              <a:t>n</a:t>
            </a:r>
            <a:r>
              <a:rPr b="1" sz="5400" lang="en-US">
                <a:solidFill>
                  <a:srgbClr val="F46D43"/>
                </a:solidFill>
                <a:effectLst/>
              </a:rPr>
              <a:t>d </a:t>
            </a:r>
            <a:r>
              <a:rPr b="1" sz="5400" lang="en-US">
                <a:solidFill>
                  <a:srgbClr val="F46D43"/>
                </a:solidFill>
                <a:effectLst/>
              </a:rPr>
              <a:t>O</a:t>
            </a:r>
            <a:r>
              <a:rPr b="1" sz="5400" lang="en-US">
                <a:solidFill>
                  <a:srgbClr val="F46D43"/>
                </a:solidFill>
                <a:effectLst/>
              </a:rPr>
              <a:t>p</a:t>
            </a:r>
            <a:r>
              <a:rPr b="1" sz="5400" lang="en-US">
                <a:solidFill>
                  <a:srgbClr val="F46D43"/>
                </a:solidFill>
                <a:effectLst/>
              </a:rPr>
              <a:t>p</a:t>
            </a:r>
            <a:r>
              <a:rPr b="1" sz="5400" lang="en-US">
                <a:solidFill>
                  <a:srgbClr val="F46D43"/>
                </a:solidFill>
                <a:effectLst/>
              </a:rPr>
              <a:t>o</a:t>
            </a:r>
            <a:r>
              <a:rPr b="1" sz="5400" lang="en-US">
                <a:solidFill>
                  <a:srgbClr val="F46D43"/>
                </a:solidFill>
                <a:effectLst/>
              </a:rPr>
              <a:t>rtunit</a:t>
            </a:r>
            <a:r>
              <a:rPr b="1" sz="5400" lang="en-US">
                <a:solidFill>
                  <a:srgbClr val="F46D43"/>
                </a:solidFill>
                <a:effectLst/>
              </a:rPr>
              <a:t>ies </a:t>
            </a:r>
            <a:endParaRPr b="1" lang="en-US">
              <a:solidFill>
                <a:srgbClr val="F46D43"/>
              </a:solidFill>
              <a:effectLst/>
            </a:endParaRPr>
          </a:p>
        </p:txBody>
      </p:sp>
      <p:sp>
        <p:nvSpPr>
          <p:cNvPr id="1048623" name=""/>
          <p:cNvSpPr>
            <a:spLocks noGrp="1"/>
          </p:cNvSpPr>
          <p:nvPr>
            <p:ph idx="1"/>
          </p:nvPr>
        </p:nvSpPr>
        <p:spPr/>
        <p:txBody>
          <a:bodyPr/>
          <a:p>
            <a:pPr indent="0" marL="0">
              <a:buNone/>
            </a:pPr>
            <a:r>
              <a:rPr lang="en-US"/>
              <a:t>PowerLink is more than an electrical company.</a:t>
            </a:r>
            <a:endParaRPr lang="en-US"/>
          </a:p>
          <a:p>
            <a:pPr indent="0" marL="0">
              <a:buNone/>
            </a:pPr>
            <a:r>
              <a:rPr lang="en-US"/>
              <a:t>Our long-term vision is to grow into a diversified engineering and technology group that creates employment, promotes innovation, and contributes to the economic development of South Sudan.</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24" name=""/>
          <p:cNvSpPr>
            <a:spLocks noGrp="1"/>
          </p:cNvSpPr>
          <p:nvPr>
            <p:ph idx="1"/>
          </p:nvPr>
        </p:nvSpPr>
        <p:spPr>
          <a:xfrm>
            <a:off x="784512" y="539750"/>
            <a:ext cx="7730837" cy="5637213"/>
          </a:xfrm>
        </p:spPr>
        <p:txBody>
          <a:bodyPr>
            <a:normAutofit fontScale="96429"/>
          </a:bodyPr>
          <a:p>
            <a:pPr indent="0" marL="0">
              <a:buNone/>
            </a:pPr>
            <a:r>
              <a:rPr lang="en-US"/>
              <a:t>1. ⚙️ POWERLINK FABRICATION</a:t>
            </a:r>
            <a:endParaRPr lang="en-US"/>
          </a:p>
          <a:p>
            <a:pPr indent="0" marL="0">
              <a:buNone/>
            </a:pPr>
            <a:r>
              <a:rPr lang="en-US"/>
              <a:t>(Welding &amp; Metal Engineering)</a:t>
            </a:r>
            <a:endParaRPr lang="en-US"/>
          </a:p>
          <a:p>
            <a:pPr indent="0" marL="0">
              <a:buNone/>
            </a:pPr>
            <a:r>
              <a:rPr lang="en-US"/>
              <a:t>This division will specialize in steel fabrication, welding, gates, windows, security doors, roofing structures, tanks, trailers, metal furniture, industrial structures, and custom engineering projects.</a:t>
            </a:r>
            <a:endParaRPr lang="en-US"/>
          </a:p>
          <a:p>
            <a:pPr indent="0" marL="0">
              <a:buNone/>
            </a:pPr>
            <a:r>
              <a:rPr lang="en-US"/>
              <a:t>Vision</a:t>
            </a:r>
            <a:endParaRPr lang="en-US"/>
          </a:p>
          <a:p>
            <a:pPr indent="0" marL="0">
              <a:buNone/>
            </a:pPr>
            <a:r>
              <a:rPr lang="en-US"/>
              <a:t>To become South Sudan's leading fabrication company known for strength, precision, and engineering excellence.</a:t>
            </a:r>
            <a:endParaRPr lang="en-US"/>
          </a:p>
          <a:p>
            <a:pPr indent="0" marL="0">
              <a:buNone/>
            </a:pPr>
            <a:r>
              <a:rPr lang="en-US"/>
              <a:t>Motto</a:t>
            </a:r>
            <a:endParaRPr lang="en-US"/>
          </a:p>
          <a:p>
            <a:pPr indent="0" marL="0">
              <a:buNone/>
            </a:pPr>
            <a:r>
              <a:rPr lang="en-US"/>
              <a:t>"Forging Strength. Building the Future."</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593" name=""/>
          <p:cNvSpPr>
            <a:spLocks noGrp="1"/>
          </p:cNvSpPr>
          <p:nvPr>
            <p:ph idx="1"/>
          </p:nvPr>
        </p:nvSpPr>
        <p:spPr>
          <a:xfrm>
            <a:off x="485773" y="552738"/>
            <a:ext cx="8029576" cy="5624225"/>
          </a:xfrm>
        </p:spPr>
        <p:txBody>
          <a:bodyPr/>
          <a:p>
            <a:pPr indent="0" marL="0">
              <a:buNone/>
            </a:pPr>
            <a:r>
              <a:rPr lang="en-US"/>
              <a:t>2. 🛒 POWERLINK ELECTROMART &amp; SERVICES</a:t>
            </a:r>
            <a:endParaRPr lang="en-US"/>
          </a:p>
          <a:p>
            <a:pPr indent="0" marL="0">
              <a:buNone/>
            </a:pPr>
            <a:r>
              <a:rPr lang="en-US"/>
              <a:t>(Electronics &amp; Home Appliances)</a:t>
            </a:r>
            <a:endParaRPr lang="en-US"/>
          </a:p>
          <a:p>
            <a:pPr indent="0" marL="0">
              <a:buNone/>
            </a:pPr>
            <a:r>
              <a:rPr lang="en-US"/>
              <a:t>A modern retail and repair center offering electrical materials, electronics, home appliances, solar products, power tools, accessories, installation, maintenance, and technical support.</a:t>
            </a:r>
            <a:endParaRPr lang="en-US"/>
          </a:p>
          <a:p>
            <a:pPr indent="0" marL="0">
              <a:buNone/>
            </a:pPr>
            <a:r>
              <a:rPr lang="en-US"/>
              <a:t>Vision</a:t>
            </a:r>
            <a:endParaRPr lang="en-US"/>
          </a:p>
          <a:p>
            <a:pPr indent="0" marL="0">
              <a:buNone/>
            </a:pPr>
            <a:r>
              <a:rPr lang="en-US"/>
              <a:t>To become South Sudan's most trusted destination for quality electrical and electronic products.</a:t>
            </a:r>
            <a:endParaRPr lang="en-US"/>
          </a:p>
          <a:p>
            <a:pPr indent="0" marL="0">
              <a:buNone/>
            </a:pPr>
            <a:r>
              <a:rPr lang="en-US"/>
              <a:t>Motto</a:t>
            </a:r>
            <a:endParaRPr lang="en-US"/>
          </a:p>
          <a:p>
            <a:pPr indent="0" marL="0">
              <a:buNone/>
            </a:pPr>
            <a:r>
              <a:rPr lang="en-US"/>
              <a:t>"Quality Products. Reliable Service."</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590" name=""/>
          <p:cNvSpPr>
            <a:spLocks noGrp="1"/>
          </p:cNvSpPr>
          <p:nvPr>
            <p:ph idx="1"/>
          </p:nvPr>
        </p:nvSpPr>
        <p:spPr>
          <a:xfrm>
            <a:off x="784512" y="630670"/>
            <a:ext cx="7730837" cy="5546293"/>
          </a:xfrm>
        </p:spPr>
        <p:txBody>
          <a:bodyPr/>
          <a:p>
            <a:pPr indent="0" marL="0">
              <a:buNone/>
            </a:pPr>
            <a:r>
              <a:rPr lang="en-US"/>
              <a:t>3. 💻 POWERCODE TECH SOLUTIONS</a:t>
            </a:r>
            <a:endParaRPr lang="en-US"/>
          </a:p>
          <a:p>
            <a:pPr indent="0" marL="0">
              <a:buNone/>
            </a:pPr>
            <a:r>
              <a:rPr lang="en-US"/>
              <a:t>(Technology &amp; Digital Innovation)</a:t>
            </a:r>
            <a:endParaRPr lang="en-US"/>
          </a:p>
          <a:p>
            <a:pPr indent="0" marL="0">
              <a:buNone/>
            </a:pPr>
            <a:r>
              <a:rPr lang="en-US"/>
              <a:t>A technology company specializing in:</a:t>
            </a:r>
            <a:endParaRPr lang="en-US"/>
          </a:p>
          <a:p>
            <a:pPr indent="0" marL="0">
              <a:buNone/>
            </a:pPr>
            <a:r>
              <a:rPr lang="en-US"/>
              <a:t>• Software Development</a:t>
            </a:r>
            <a:endParaRPr lang="en-US"/>
          </a:p>
          <a:p>
            <a:pPr indent="0" marL="0">
              <a:buNone/>
            </a:pPr>
            <a:r>
              <a:rPr lang="en-US"/>
              <a:t>• Mobile Applications</a:t>
            </a:r>
            <a:endParaRPr lang="en-US"/>
          </a:p>
          <a:p>
            <a:pPr indent="0" marL="0">
              <a:buNone/>
            </a:pPr>
            <a:r>
              <a:rPr lang="en-US"/>
              <a:t>• Website Development</a:t>
            </a:r>
            <a:endParaRPr lang="en-US"/>
          </a:p>
          <a:p>
            <a:pPr indent="0" marL="0">
              <a:buNone/>
            </a:pPr>
            <a:r>
              <a:rPr lang="en-US"/>
              <a:t>• Graphic Design</a:t>
            </a:r>
            <a:endParaRPr lang="en-US"/>
          </a:p>
          <a:p>
            <a:pPr indent="0" marL="0">
              <a:buNone/>
            </a:pPr>
            <a:r>
              <a:rPr lang="en-US"/>
              <a:t>• Branding</a:t>
            </a:r>
            <a:endParaRPr lang="en-US"/>
          </a:p>
          <a:p>
            <a:pPr indent="0" marL="0">
              <a:buNone/>
            </a:pPr>
            <a:r>
              <a:rPr lang="en-US"/>
              <a:t>• Digital Marketing</a:t>
            </a:r>
            <a:endParaRPr lang="en-US"/>
          </a:p>
          <a:p>
            <a:pPr indent="0" marL="0">
              <a:buNone/>
            </a:pPr>
            <a:r>
              <a:rPr lang="en-US"/>
              <a:t>• Printing Services</a:t>
            </a:r>
            <a:endParaRPr lang="en-US"/>
          </a:p>
          <a:p>
            <a:pPr indent="0" marL="0">
              <a:buNone/>
            </a:pPr>
            <a:r>
              <a:rPr lang="en-US"/>
              <a:t>• Computer Networking</a:t>
            </a:r>
            <a:endParaRPr lang="en-US"/>
          </a:p>
          <a:p>
            <a:pPr indent="0" marL="0">
              <a:buNone/>
            </a:pPr>
            <a:r>
              <a:rPr lang="en-US"/>
              <a:t>• ICT Consultancy</a:t>
            </a:r>
            <a:endParaRPr lang="en-US"/>
          </a:p>
          <a:p>
            <a:pPr indent="0" marL="0">
              <a:buNone/>
            </a:pPr>
            <a:r>
              <a:rPr lang="en-US"/>
              <a:t>• Artificial Intelligence Solutions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588" name=""/>
          <p:cNvSpPr>
            <a:spLocks noGrp="1"/>
          </p:cNvSpPr>
          <p:nvPr>
            <p:ph idx="1"/>
          </p:nvPr>
        </p:nvSpPr>
        <p:spPr>
          <a:xfrm>
            <a:off x="745548" y="1349788"/>
            <a:ext cx="7652905" cy="5052725"/>
          </a:xfrm>
        </p:spPr>
        <p:txBody>
          <a:bodyPr/>
          <a:p>
            <a:pPr indent="0" marL="0">
              <a:buNone/>
            </a:pPr>
            <a:r>
              <a:rPr lang="en-US"/>
              <a:t>Vision</a:t>
            </a:r>
            <a:endParaRPr lang="en-US"/>
          </a:p>
          <a:p>
            <a:pPr indent="0" marL="0">
              <a:buNone/>
            </a:pPr>
            <a:r>
              <a:rPr lang="en-US"/>
              <a:t>To empower Africa through innovative technology that transforms businesses and communities.</a:t>
            </a:r>
            <a:endParaRPr lang="en-US"/>
          </a:p>
          <a:p>
            <a:pPr indent="0" marL="0">
              <a:buNone/>
            </a:pPr>
            <a:r>
              <a:rPr lang="en-US"/>
              <a:t>Motto</a:t>
            </a:r>
            <a:endParaRPr lang="en-US"/>
          </a:p>
          <a:p>
            <a:pPr indent="0" marL="0">
              <a:buNone/>
            </a:pPr>
            <a:r>
              <a:rPr lang="en-US"/>
              <a:t>"Coding the Future. Designing Innovation."</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586" name=""/>
          <p:cNvSpPr>
            <a:spLocks noGrp="1"/>
          </p:cNvSpPr>
          <p:nvPr>
            <p:ph idx="1"/>
          </p:nvPr>
        </p:nvSpPr>
        <p:spPr>
          <a:xfrm>
            <a:off x="732559" y="643659"/>
            <a:ext cx="7782791" cy="5533304"/>
          </a:xfrm>
        </p:spPr>
        <p:txBody>
          <a:bodyPr>
            <a:normAutofit fontScale="78571" lnSpcReduction="20000"/>
          </a:bodyPr>
          <a:p>
            <a:pPr indent="0" marL="0">
              <a:buNone/>
            </a:pPr>
            <a:r>
              <a:rPr lang="en-US"/>
              <a:t>4.</a:t>
            </a:r>
            <a:r>
              <a:rPr lang="en-US"/>
              <a:t> </a:t>
            </a:r>
            <a:r>
              <a:rPr altLang="en-US" lang="en-US"/>
              <a:t>🌱 PowerLink Environmental Innovation</a:t>
            </a:r>
            <a:endParaRPr lang="en-US"/>
          </a:p>
          <a:p>
            <a:pPr indent="0" marL="0">
              <a:buNone/>
            </a:pPr>
            <a:endParaRPr lang="en-US"/>
          </a:p>
          <a:p>
            <a:pPr indent="0" marL="0">
              <a:buNone/>
            </a:pPr>
            <a:r>
              <a:rPr altLang="en-US" lang="en-US"/>
              <a:t>Environmental Innovation is the development and application of innovative, practical, and sustainable solutions to environmental and community problems. This includes using IoT-powered sensors to automatically trigger water pumps for irrigating plants growing between opposite roads, providing solar-powered water pumps to help communities access water, and developing many other technology-based solutions that protect the environment, conserve resources, and improve communities.</a:t>
            </a:r>
            <a:endParaRPr lang="en-US"/>
          </a:p>
          <a:p>
            <a:pPr indent="0" marL="0">
              <a:buNone/>
            </a:pPr>
            <a:endParaRPr lang="en-US"/>
          </a:p>
          <a:p>
            <a:pPr indent="0" marL="0">
              <a:buNone/>
            </a:pPr>
            <a:r>
              <a:rPr altLang="en-US" lang="en-US"/>
              <a:t>Motto</a:t>
            </a:r>
            <a:endParaRPr lang="en-US"/>
          </a:p>
          <a:p>
            <a:pPr indent="0" marL="0">
              <a:buNone/>
            </a:pPr>
            <a:r>
              <a:rPr altLang="en-US" lang="en-US"/>
              <a:t> “Innovating Solutions for a Greener and Sustainable Future.”</a:t>
            </a:r>
            <a:endParaRPr lang="en-US"/>
          </a:p>
          <a:p>
            <a:pPr indent="0" marL="0">
              <a:buNone/>
            </a:pPr>
            <a:endParaRPr lang="en-US"/>
          </a:p>
          <a:p>
            <a:pPr indent="0" marL="0">
              <a:buNone/>
            </a:pPr>
            <a:r>
              <a:rPr altLang="en-US" lang="en-US"/>
              <a:t>Vision</a:t>
            </a:r>
            <a:endParaRPr lang="en-US"/>
          </a:p>
          <a:p>
            <a:pPr indent="0" marL="0">
              <a:buNone/>
            </a:pPr>
            <a:r>
              <a:rPr altLang="en-US" lang="en-US"/>
              <a:t>To create a greener, smarter, and more sustainable South Sudan where innovation, technology, and renewable energy are used to solve environmental challenges, improve access to essential resources, and build better communities for present and future generations. 🇸🇸🌱☀️💧</a:t>
            </a:r>
            <a:endParaRPr lang="en-US"/>
          </a:p>
          <a:p>
            <a:pPr indent="0" marL="0">
              <a:buNone/>
            </a:pPr>
            <a:endParaRPr lang="en-US"/>
          </a:p>
          <a:p>
            <a:pPr indent="0" marL="0">
              <a:buNone/>
            </a:pPr>
            <a:endParaRPr lang="en-US"/>
          </a:p>
          <a:p>
            <a:pPr indent="0" marL="0">
              <a:buNone/>
            </a:pP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587" name=""/>
          <p:cNvSpPr>
            <a:spLocks noGrp="1"/>
          </p:cNvSpPr>
          <p:nvPr>
            <p:ph idx="1"/>
          </p:nvPr>
        </p:nvSpPr>
        <p:spPr>
          <a:xfrm>
            <a:off x="628650" y="760556"/>
            <a:ext cx="7886700" cy="5416407"/>
          </a:xfrm>
        </p:spPr>
        <p:txBody>
          <a:bodyPr>
            <a:normAutofit fontScale="96429"/>
          </a:bodyPr>
          <a:p>
            <a:pPr indent="0" marL="0">
              <a:buNone/>
            </a:pPr>
            <a:r>
              <a:rPr lang="en-US"/>
              <a:t>5. 💧 POWERLINK AQUAENERGY</a:t>
            </a:r>
            <a:endParaRPr lang="en-US"/>
          </a:p>
          <a:p>
            <a:pPr indent="0" marL="0">
              <a:buNone/>
            </a:pPr>
            <a:r>
              <a:rPr lang="en-US"/>
              <a:t>(Hydroelectric Power)</a:t>
            </a:r>
            <a:endParaRPr lang="en-US"/>
          </a:p>
          <a:p>
            <a:pPr indent="0" marL="0">
              <a:buNone/>
            </a:pPr>
            <a:r>
              <a:rPr lang="en-US"/>
              <a:t>Development of hydroelectric power projects, mini-hydropower stations, water pumping systems, irrigation solutions, and renewable energy infrastructure to support national electrification.</a:t>
            </a:r>
            <a:endParaRPr lang="en-US"/>
          </a:p>
          <a:p>
            <a:pPr indent="0" marL="0">
              <a:buNone/>
            </a:pPr>
            <a:r>
              <a:rPr lang="en-US"/>
              <a:t>Vision</a:t>
            </a:r>
            <a:endParaRPr lang="en-US"/>
          </a:p>
          <a:p>
            <a:pPr indent="0" marL="0">
              <a:buNone/>
            </a:pPr>
            <a:r>
              <a:rPr lang="en-US"/>
              <a:t>To harness the power of water to provide clean, affordable, and sustainable electricity across South Sudan.</a:t>
            </a:r>
            <a:endParaRPr lang="en-US"/>
          </a:p>
          <a:p>
            <a:pPr indent="0" marL="0">
              <a:buNone/>
            </a:pPr>
            <a:r>
              <a:rPr lang="en-US"/>
              <a:t>Motto</a:t>
            </a:r>
            <a:endParaRPr lang="en-US"/>
          </a:p>
          <a:p>
            <a:pPr indent="0" marL="0">
              <a:buNone/>
            </a:pPr>
            <a:r>
              <a:rPr lang="en-US"/>
              <a:t>"Powering Nations Through Water."</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589" name=""/>
          <p:cNvSpPr>
            <a:spLocks noGrp="1"/>
          </p:cNvSpPr>
          <p:nvPr>
            <p:ph idx="1"/>
          </p:nvPr>
        </p:nvSpPr>
        <p:spPr>
          <a:xfrm>
            <a:off x="628650" y="682625"/>
            <a:ext cx="7886700" cy="5494338"/>
          </a:xfrm>
        </p:spPr>
        <p:txBody>
          <a:bodyPr/>
          <a:p>
            <a:pPr indent="0" marL="0">
              <a:buNone/>
            </a:pPr>
            <a:r>
              <a:rPr altLang="en-US" lang="en-US"/>
              <a:t>💼</a:t>
            </a:r>
            <a:r>
              <a:rPr altLang="en-US" lang="en-US"/>
              <a:t> </a:t>
            </a:r>
            <a:r>
              <a:rPr altLang="en-US" lang="en-US"/>
              <a:t>POWERLINK CAPITAL &amp; ASSETS</a:t>
            </a:r>
            <a:endParaRPr lang="en-US"/>
          </a:p>
          <a:p>
            <a:r>
              <a:rPr lang="en-US"/>
              <a:t>Investment • Real Estate • Transportation • Strategic Assets</a:t>
            </a:r>
            <a:endParaRPr lang="en-US"/>
          </a:p>
          <a:p>
            <a:r>
              <a:rPr lang="en-US"/>
              <a:t>Vision</a:t>
            </a:r>
            <a:endParaRPr lang="en-US"/>
          </a:p>
          <a:p>
            <a:r>
              <a:rPr lang="en-US"/>
              <a:t>"Building Lasting Wealth Through Strategic Investments and Productive Assets."</a:t>
            </a:r>
            <a:endParaRPr lang="en-US"/>
          </a:p>
          <a:p>
            <a:r>
              <a:rPr lang="en-US"/>
              <a:t>Motto</a:t>
            </a:r>
            <a:endParaRPr lang="en-US"/>
          </a:p>
          <a:p>
            <a:r>
              <a:rPr lang="en-US"/>
              <a:t>"Invest Today. Build Assets. Create Tomorrow."</a:t>
            </a:r>
            <a:endParaRPr lang="en-US"/>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591" name=""/>
          <p:cNvSpPr>
            <a:spLocks noGrp="1"/>
          </p:cNvSpPr>
          <p:nvPr>
            <p:ph type="title"/>
          </p:nvPr>
        </p:nvSpPr>
        <p:spPr/>
        <p:txBody>
          <a:bodyPr/>
          <a:p>
            <a:r>
              <a:rPr b="1" sz="5400" lang="en-US">
                <a:solidFill>
                  <a:srgbClr val="F46D43"/>
                </a:solidFill>
              </a:rPr>
              <a:t>O</a:t>
            </a:r>
            <a:r>
              <a:rPr b="1" sz="5400" lang="en-US">
                <a:solidFill>
                  <a:srgbClr val="F46D43"/>
                </a:solidFill>
              </a:rPr>
              <a:t>p</a:t>
            </a:r>
            <a:r>
              <a:rPr b="1" sz="5400" lang="en-US">
                <a:solidFill>
                  <a:srgbClr val="F46D43"/>
                </a:solidFill>
              </a:rPr>
              <a:t>p</a:t>
            </a:r>
            <a:r>
              <a:rPr b="1" sz="5400" lang="en-US">
                <a:solidFill>
                  <a:srgbClr val="F46D43"/>
                </a:solidFill>
              </a:rPr>
              <a:t>o</a:t>
            </a:r>
            <a:r>
              <a:rPr b="1" sz="5400" lang="en-US">
                <a:solidFill>
                  <a:srgbClr val="F46D43"/>
                </a:solidFill>
              </a:rPr>
              <a:t>rtunit</a:t>
            </a:r>
            <a:r>
              <a:rPr b="1" sz="5400" lang="en-US">
                <a:solidFill>
                  <a:srgbClr val="F46D43"/>
                </a:solidFill>
              </a:rPr>
              <a:t>ies </a:t>
            </a:r>
            <a:endParaRPr b="1" lang="en-US">
              <a:solidFill>
                <a:srgbClr val="F46D43"/>
              </a:solidFill>
            </a:endParaRPr>
          </a:p>
        </p:txBody>
      </p:sp>
      <p:sp>
        <p:nvSpPr>
          <p:cNvPr id="1048592" name=""/>
          <p:cNvSpPr>
            <a:spLocks noGrp="1"/>
          </p:cNvSpPr>
          <p:nvPr>
            <p:ph idx="1"/>
          </p:nvPr>
        </p:nvSpPr>
        <p:spPr/>
        <p:txBody>
          <a:bodyPr/>
          <a:p>
            <a:pPr indent="0" marL="0">
              <a:buNone/>
            </a:pPr>
            <a:r>
              <a:rPr lang="en-US"/>
              <a:t>PowerLink has significant opportunities to grow into one of South Sudan's leading engineering and technology companies by:</a:t>
            </a:r>
            <a:endParaRPr lang="en-US"/>
          </a:p>
          <a:p>
            <a:pPr indent="0" marL="0">
              <a:buNone/>
            </a:pPr>
            <a:r>
              <a:rPr lang="en-US"/>
              <a:t>Expanding renewable energy solutions as demand for solar power increases.</a:t>
            </a:r>
            <a:endParaRPr lang="en-US"/>
          </a:p>
          <a:p>
            <a:pPr indent="0" marL="0">
              <a:buNone/>
            </a:pPr>
            <a:r>
              <a:rPr lang="en-US"/>
              <a:t>Partnering with NGOs, government institutions, schools, hospitals, and private companies on infrastructure projects.</a:t>
            </a:r>
            <a:endParaRPr lang="en-US"/>
          </a:p>
          <a:p>
            <a:pPr indent="0" marL="0">
              <a:buNone/>
            </a:pPr>
            <a:r>
              <a:rPr lang="en-US"/>
              <a:t>Creating jobs by training and employing skilled South Sudanese technicians and engineers.</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25" name=""/>
          <p:cNvSpPr>
            <a:spLocks noGrp="1"/>
          </p:cNvSpPr>
          <p:nvPr>
            <p:ph idx="1"/>
          </p:nvPr>
        </p:nvSpPr>
        <p:spPr>
          <a:xfrm>
            <a:off x="765259" y="708602"/>
            <a:ext cx="7750091" cy="5468361"/>
          </a:xfrm>
        </p:spPr>
        <p:txBody>
          <a:bodyPr>
            <a:normAutofit/>
          </a:bodyPr>
          <a:p>
            <a:pPr indent="0" marL="0">
              <a:buNone/>
            </a:pPr>
            <a:r>
              <a:rPr lang="en-US"/>
              <a:t>Opening branches in all states of South Sudan and eventually expanding into neighboring East African countries.</a:t>
            </a:r>
            <a:endParaRPr lang="en-US"/>
          </a:p>
          <a:p>
            <a:pPr indent="0" marL="0">
              <a:buNone/>
            </a:pPr>
            <a:r>
              <a:rPr lang="en-US"/>
              <a:t>Establishing an engineering training academy to develop the next generation of electricians, solar technicians, and technology professionals.</a:t>
            </a:r>
            <a:endParaRPr lang="en-US"/>
          </a:p>
          <a:p>
            <a:pPr indent="0" marL="0">
              <a:buNone/>
            </a:pPr>
            <a:r>
              <a:rPr lang="en-US"/>
              <a:t>Becoming a trusted supplier of electrical materials, solar equipment, and smart energy solutions.</a:t>
            </a:r>
            <a:endParaRPr lang="en-US"/>
          </a:p>
          <a:p>
            <a:pPr indent="0" marL="0">
              <a:buNone/>
            </a:pPr>
            <a:r>
              <a:rPr lang="en-US"/>
              <a:t>Driving digital transformation through PowerCode Tech Solutions by providing software, websites, and ICT services.</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71" name=""/>
        <p:cNvGrpSpPr/>
        <p:nvPr/>
      </p:nvGrpSpPr>
      <p:grpSpPr>
        <a:xfrm>
          <a:off x="0" y="0"/>
          <a:ext cx="0" cy="0"/>
          <a:chOff x="0" y="0"/>
          <a:chExt cx="0" cy="0"/>
        </a:xfrm>
      </p:grpSpPr>
      <p:sp>
        <p:nvSpPr>
          <p:cNvPr id="1048626" name=""/>
          <p:cNvSpPr>
            <a:spLocks noGrp="1"/>
          </p:cNvSpPr>
          <p:nvPr>
            <p:ph idx="1"/>
          </p:nvPr>
        </p:nvSpPr>
        <p:spPr>
          <a:xfrm>
            <a:off x="784512" y="721590"/>
            <a:ext cx="7730837" cy="5455373"/>
          </a:xfrm>
        </p:spPr>
        <p:txBody>
          <a:bodyPr/>
          <a:p>
            <a:pPr indent="0" marL="0">
              <a:buNone/>
            </a:pPr>
            <a:r>
              <a:rPr lang="en-US"/>
              <a:t>Contributing to environmental protection through clean energy, recycling initiatives, and sustainable engineering.</a:t>
            </a:r>
            <a:endParaRPr lang="en-US"/>
          </a:p>
          <a:p>
            <a:pPr indent="0" marL="0">
              <a:buNone/>
            </a:pPr>
            <a:r>
              <a:rPr lang="en-US"/>
              <a:t>Investing in hydroelectric and other renewable energy projects to strengthen South Sudan's energy independence.</a:t>
            </a:r>
            <a:endParaRPr lang="en-US"/>
          </a:p>
          <a:p>
            <a:pPr indent="0" marL="0">
              <a:buNone/>
            </a:pPr>
            <a:r>
              <a:rPr lang="en-US"/>
              <a:t>Building a strong brand recognized for professionalism, innovation, integrity, safety, and excellence.</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72" name=""/>
        <p:cNvGrpSpPr/>
        <p:nvPr/>
      </p:nvGrpSpPr>
      <p:grpSpPr>
        <a:xfrm>
          <a:off x="0" y="0"/>
          <a:ext cx="0" cy="0"/>
          <a:chOff x="0" y="0"/>
          <a:chExt cx="0" cy="0"/>
        </a:xfrm>
      </p:grpSpPr>
      <p:sp>
        <p:nvSpPr>
          <p:cNvPr id="1048627" name=""/>
          <p:cNvSpPr>
            <a:spLocks noGrp="1"/>
          </p:cNvSpPr>
          <p:nvPr>
            <p:ph type="title"/>
          </p:nvPr>
        </p:nvSpPr>
        <p:spPr>
          <a:xfrm>
            <a:off x="907906" y="183286"/>
            <a:ext cx="7886700" cy="1325563"/>
          </a:xfrm>
        </p:spPr>
        <p:txBody>
          <a:bodyPr/>
          <a:p>
            <a:r>
              <a:rPr b="1" sz="4800" lang="en-US">
                <a:solidFill>
                  <a:srgbClr val="0070C0"/>
                </a:solidFill>
              </a:rPr>
              <a:t>Potential structure</a:t>
            </a:r>
            <a:endParaRPr b="1" lang="en-US">
              <a:solidFill>
                <a:srgbClr val="0070C0"/>
              </a:solidFill>
            </a:endParaRPr>
          </a:p>
        </p:txBody>
      </p:sp>
      <p:sp>
        <p:nvSpPr>
          <p:cNvPr id="1048628" name=""/>
          <p:cNvSpPr>
            <a:spLocks noGrp="1"/>
          </p:cNvSpPr>
          <p:nvPr>
            <p:ph idx="1"/>
          </p:nvPr>
        </p:nvSpPr>
        <p:spPr/>
        <p:txBody>
          <a:bodyPr>
            <a:normAutofit/>
          </a:bodyPr>
          <a:p>
            <a:pPr indent="0" marL="0">
              <a:buNone/>
            </a:pPr>
            <a:r>
              <a:rPr lang="en-US"/>
              <a:t>POWERLINK GROUP │</a:t>
            </a:r>
            <a:endParaRPr lang="en-US"/>
          </a:p>
          <a:p>
            <a:pPr indent="0" marL="0">
              <a:buNone/>
            </a:pPr>
            <a:r>
              <a:rPr lang="en-US"/>
              <a:t>PowerLink can eventually develop from an electrical and solar company into a diversified South Sudanese engineering, technology, energy, and investment group.</a:t>
            </a:r>
            <a:endParaRPr lang="en-US"/>
          </a:p>
          <a:p>
            <a:pPr indent="0" marL="0">
              <a:buNone/>
            </a:pPr>
            <a:r>
              <a:rPr lang="en-US"/>
              <a:t>├── ⚡ PowerLink Electrical &amp; Solar Works</a:t>
            </a:r>
            <a:endParaRPr lang="en-US"/>
          </a:p>
          <a:p>
            <a:pPr indent="0" marL="0">
              <a:buNone/>
            </a:pPr>
            <a:r>
              <a:rPr lang="en-US"/>
              <a:t>├── ⚙️ PowerLink Fabrication</a:t>
            </a:r>
            <a:endParaRPr lang="en-US"/>
          </a:p>
          <a:p>
            <a:pPr indent="0" marL="0">
              <a:buNone/>
            </a:pPr>
            <a:r>
              <a:rPr lang="en-US"/>
              <a:t>├── 🛒 PowerLink ElectroMart &amp; Services</a:t>
            </a:r>
            <a:endParaRPr lang="en-US"/>
          </a:p>
          <a:p>
            <a:pPr indent="0" marL="0">
              <a:buNone/>
            </a:pPr>
            <a:r>
              <a:rPr lang="en-US"/>
              <a:t>├── 💻 PowerCode Tech Solutions</a:t>
            </a:r>
            <a:endParaRPr lang="en-US"/>
          </a:p>
          <a:p>
            <a:pPr indent="0" marL="0">
              <a:buNone/>
            </a:pPr>
            <a:r>
              <a:rPr lang="en-US"/>
              <a:t>├── 🌱 Environmental Innovation</a:t>
            </a:r>
            <a:endParaRPr lang="en-US"/>
          </a:p>
          <a:p>
            <a:pPr indent="0" marL="0">
              <a:buNone/>
            </a:pPr>
            <a:r>
              <a:rPr lang="en-US"/>
              <a:t>├── 💧 PowerLink AquaEnergy</a:t>
            </a:r>
            <a:endParaRPr lang="en-US"/>
          </a:p>
          <a:p>
            <a:pPr indent="0" marL="0">
              <a:buNone/>
            </a:pPr>
            <a:r>
              <a:rPr lang="en-US"/>
              <a:t>└── 💼 PowerLink Capital &amp; Assets</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73" name=""/>
        <p:cNvGrpSpPr/>
        <p:nvPr/>
      </p:nvGrpSpPr>
      <p:grpSpPr>
        <a:xfrm>
          <a:off x="0" y="0"/>
          <a:ext cx="0" cy="0"/>
          <a:chOff x="0" y="0"/>
          <a:chExt cx="0" cy="0"/>
        </a:xfrm>
      </p:grpSpPr>
      <p:sp>
        <p:nvSpPr>
          <p:cNvPr id="1048629" name=""/>
          <p:cNvSpPr>
            <a:spLocks noGrp="1"/>
          </p:cNvSpPr>
          <p:nvPr>
            <p:ph type="title"/>
          </p:nvPr>
        </p:nvSpPr>
        <p:spPr/>
        <p:txBody>
          <a:bodyPr>
            <a:normAutofit/>
          </a:bodyPr>
          <a:p>
            <a:r>
              <a:rPr b="1" sz="4800" lang="en-US">
                <a:solidFill>
                  <a:srgbClr val="F46D43"/>
                </a:solidFill>
              </a:rPr>
              <a:t>PowerLink Group Long-Term Vision</a:t>
            </a:r>
            <a:endParaRPr b="1" lang="en-US">
              <a:solidFill>
                <a:srgbClr val="F46D43"/>
              </a:solidFill>
            </a:endParaRPr>
          </a:p>
        </p:txBody>
      </p:sp>
      <p:sp>
        <p:nvSpPr>
          <p:cNvPr id="1048630" name=""/>
          <p:cNvSpPr>
            <a:spLocks noGrp="1"/>
          </p:cNvSpPr>
          <p:nvPr>
            <p:ph idx="1"/>
          </p:nvPr>
        </p:nvSpPr>
        <p:spPr/>
        <p:txBody>
          <a:bodyPr/>
          <a:p>
            <a:pPr indent="0" marL="0">
              <a:buNone/>
            </a:pPr>
            <a:r>
              <a:rPr lang="en-US"/>
              <a:t>To be South Sudan’s leading integrated energy and technology group — </a:t>
            </a:r>
            <a:endParaRPr lang="en-US"/>
          </a:p>
          <a:p>
            <a:pPr indent="0" marL="0">
              <a:buNone/>
            </a:pPr>
            <a:r>
              <a:rPr lang="en-US"/>
              <a:t>powering homes, industries, and innovation across every state.</a:t>
            </a:r>
            <a:endParaRPr lang="en-US"/>
          </a:p>
          <a:p>
            <a:pPr indent="0" marL="0">
              <a:buNone/>
            </a:pPr>
            <a:endParaRPr lang="en-US"/>
          </a:p>
          <a:p>
            <a:pPr indent="0" marL="0">
              <a:buNone/>
            </a:pPr>
            <a:r>
              <a:rPr altLang="en-US" lang="en-US"/>
              <a:t>"POWERING PROGRESS. BUILDING ASSETS. CREATING THE FUTURE."</a:t>
            </a:r>
            <a:endParaRPr altLang="en-US" lang="zh-CN"/>
          </a:p>
        </p:txBody>
      </p:sp>
    </p:spTree>
  </p:cSld>
  <p:clrMapOvr>
    <a:masterClrMapping/>
  </p:clrMapOvr>
</p:sld>
</file>

<file path=ppt/theme/theme1.xml><?xml version="1.0" encoding="utf-8"?>
<a:theme xmlns:a="http://schemas.openxmlformats.org/drawingml/2006/main" name="Office Theme">
  <a:themeElements>
    <a:clrScheme name="Office Them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Office</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TECNO KM5</dc:creator>
  <dcterms:created xsi:type="dcterms:W3CDTF">2015-05-07T15:30:45Z</dcterms:created>
  <dcterms:modified xsi:type="dcterms:W3CDTF">2026-08-09T18:27:52Z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0d28eb8db5954326a96bece324429a86</vt:lpwstr>
  </property>
</Properties>
</file>